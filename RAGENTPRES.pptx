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Relationship Id="rId14" Type="http://schemas.openxmlformats.org/officeDocument/2006/relationships/slide" Target="slides/slide13.xml"/>
<Relationship Id="rId15" Type="http://schemas.openxmlformats.org/officeDocument/2006/relationships/slide" Target="slides/slide14.xml"/>
<Relationship Id="rId16" Type="http://schemas.openxmlformats.org/officeDocument/2006/relationships/slide" Target="slides/slide15.xml"/>
<Relationship Id="rId17" Type="http://schemas.openxmlformats.org/officeDocument/2006/relationships/slide" Target="slides/slide16.xml"/>
<Relationship Id="rId18" Type="http://schemas.openxmlformats.org/officeDocument/2006/relationships/slide" Target="slides/slide17.xml"/>
<Relationship Id="rId19" Type="http://schemas.openxmlformats.org/officeDocument/2006/relationships/slide" Target="slides/slide18.xml"/>
<Relationship Id="rId20" Type="http://schemas.openxmlformats.org/officeDocument/2006/relationships/slide" Target="slides/slide19.xml"/>
<Relationship Id="rId21" Type="http://schemas.openxmlformats.org/officeDocument/2006/relationships/slide" Target="slides/slide20.xml"/>
<Relationship Id="rId22" Type="http://schemas.openxmlformats.org/officeDocument/2006/relationships/slide" Target="slides/slide21.xml"/>
<Relationship Id="rId23" Type="http://schemas.openxmlformats.org/officeDocument/2006/relationships/slide" Target="slides/slide22.xml"/>
<Relationship Id="rId24" Type="http://schemas.openxmlformats.org/officeDocument/2006/relationships/slide" Target="slides/slide23.xml"/>
<Relationship Id="rId25" Type="http://schemas.openxmlformats.org/officeDocument/2006/relationships/slide" Target="slides/slide24.xml"/>
<Relationship Id="rId26" Type="http://schemas.openxmlformats.org/officeDocument/2006/relationships/slide" Target="slides/slide25.xml"/>
<Relationship Id="rId27" Type="http://schemas.openxmlformats.org/officeDocument/2006/relationships/slide" Target="slides/slide26.xml"/>
<Relationship Id="rId28" Type="http://schemas.openxmlformats.org/officeDocument/2006/relationships/slide" Target="slides/slide27.xml"/>
<Relationship Id="rId29" Type="http://schemas.openxmlformats.org/officeDocument/2006/relationships/slide" Target="slides/slide28.xml"/>
<Relationship Id="rId30" Type="http://schemas.openxmlformats.org/officeDocument/2006/relationships/slide" Target="slides/slide29.xml"/>
<Relationship Id="rId31" Type="http://schemas.openxmlformats.org/officeDocument/2006/relationships/slide" Target="slides/slide30.xml"/>
<Relationship Id="rId32" Type="http://schemas.openxmlformats.org/officeDocument/2006/relationships/slide" Target="slides/slide31.xml"/>
<Relationship Id="rId33" Type="http://schemas.openxmlformats.org/officeDocument/2006/relationships/slide" Target="slides/slide32.xml"/>
<Relationship Id="rId34" Type="http://schemas.openxmlformats.org/officeDocument/2006/relationships/slide" Target="slides/slide33.xml"/>
<Relationship Id="rId35" Type="http://schemas.openxmlformats.org/officeDocument/2006/relationships/slide" Target="slides/slide34.xml"/>
<Relationship Id="rId36" Type="http://schemas.openxmlformats.org/officeDocument/2006/relationships/slide" Target="slides/slide35.xml"/>
<Relationship Id="rId37" Type="http://schemas.openxmlformats.org/officeDocument/2006/relationships/slide" Target="slides/slide36.xml"/>
<Relationship Id="rId38" Type="http://schemas.openxmlformats.org/officeDocument/2006/relationships/slide" Target="slides/slide37.xml"/>
<Relationship Id="rId39" Type="http://schemas.openxmlformats.org/officeDocument/2006/relationships/slide" Target="slides/slide38.xml"/>
<Relationship Id="rId40" Type="http://schemas.openxmlformats.org/officeDocument/2006/relationships/slide" Target="slides/slide39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>
        <a:defRPr sz="4400"/>
      </a:lvl1pPr>
    </p:titleStyle>
    <p:bodyStyle>
      <a:lvl1pPr>
        <a:defRPr sz="32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ragent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An AI Coding Agent for the Terminal</a:t>
            </a:r>
          </a:p>
          <a:p>
            <a:r>
              <a:rPr lang="en-US" dirty="0" sz="1800"/>
              <a:t>Built in Rust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v0.1.0-alpha.31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ragent is a Rust coding agent inspired by OpenCode — the open-source AI coding agent.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It provides multi-provider LLM orchestration, a built-in tool system, a terminal UI, and a client/server architecture, all compiled into a single statically-linked binary with no runtime dependencies.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Key Benefits:</a:t>
            </a:r>
          </a:p>
          <a:p>
            <a:r>
              <a:rPr lang="en-US" dirty="0" sz="1800"/>
              <a:t>• Enhanced Productivity — automate routine coding tasks</a:t>
            </a:r>
          </a:p>
          <a:p>
            <a:r>
              <a:rPr lang="en-US" dirty="0" sz="1800"/>
              <a:t>• Improved Code Quality — built-in review and analysis</a:t>
            </a:r>
          </a:p>
          <a:p>
            <a:r>
              <a:rPr lang="en-US" dirty="0" sz="1800"/>
              <a:t>• Accelerated Learning — intelligent codebase exploration</a:t>
            </a:r>
          </a:p>
          <a:p>
            <a:r>
              <a:rPr lang="en-US" dirty="0" sz="1800"/>
              <a:t>• Reduced Cognitive Load — focus on high-level problem solving</a:t>
            </a:r>
          </a:p>
          <a:p>
            <a:r>
              <a:rPr lang="en-US" dirty="0" sz="1800"/>
              <a:t>• Flexible Integration — TUI or HTTP API, your choice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Technology Stack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Language &amp; Runtime</a:t>
            </a:r>
          </a:p>
          <a:p>
            <a:r>
              <a:rPr lang="en-US" dirty="0" sz="1800"/>
              <a:t>• Rust Edition 2024 (requires Rust 1.85+)</a:t>
            </a:r>
          </a:p>
          <a:p>
            <a:r>
              <a:rPr lang="en-US" dirty="0" sz="1800"/>
              <a:t>• Tokio async runtime</a:t>
            </a:r>
          </a:p>
          <a:p>
            <a:r>
              <a:rPr lang="en-US" dirty="0" sz="1800"/>
              <a:t>• Single statically-linked binary, zero runtime dependencies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Core Libraries</a:t>
            </a:r>
          </a:p>
          <a:p>
            <a:r>
              <a:rPr lang="en-US" dirty="0" sz="1800"/>
              <a:t>• ratatui + crossterm — Terminal UI</a:t>
            </a:r>
          </a:p>
          <a:p>
            <a:r>
              <a:rPr lang="en-US" dirty="0" sz="1800"/>
              <a:t>• axum — HTTP server with SSE streaming</a:t>
            </a:r>
          </a:p>
          <a:p>
            <a:r>
              <a:rPr lang="en-US" dirty="0" sz="1800"/>
              <a:t>• rusqlite — SQLite for persistent storage</a:t>
            </a:r>
          </a:p>
          <a:p>
            <a:r>
              <a:rPr lang="en-US" dirty="0" sz="1800"/>
              <a:t>• tree-sitter — Multi-language code parsing</a:t>
            </a:r>
          </a:p>
          <a:p>
            <a:r>
              <a:rPr lang="en-US" dirty="0" sz="1800"/>
              <a:t>• Tantivy — Full-text search engine</a:t>
            </a:r>
          </a:p>
          <a:p>
            <a:r>
              <a:rPr lang="en-US" dirty="0" sz="1800"/>
              <a:t>• serde / serde_json — Serialization</a:t>
            </a:r>
          </a:p>
          <a:p>
            <a:r>
              <a:rPr lang="en-US" dirty="0" sz="1800"/>
              <a:t>• rmcp — MCP (Model Context Protocol) SDK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Build System</a:t>
            </a:r>
          </a:p>
          <a:p>
            <a:r>
              <a:rPr lang="en-US" dirty="0" sz="1800"/>
              <a:t>• Cargo workspace with 4 crates</a:t>
            </a:r>
          </a:p>
          <a:p>
            <a:r>
              <a:rPr lang="en-US" dirty="0" sz="1800"/>
              <a:t>• Criterion benchmarks</a:t>
            </a:r>
          </a:p>
          <a:p>
            <a:r>
              <a:rPr lang="en-US" dirty="0" sz="1800"/>
              <a:t>• CI-ready with clippy + rustfmt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How ragent Is Produced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Architecture — Cargo Workspace with 4 Crates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┌──────────────────┐  ┌──────────────┐  ┌──────────────┐</a:t>
            </a:r>
          </a:p>
          <a:p>
            <a:r>
              <a:rPr lang="en-US" dirty="0" sz="1800"/>
              <a:t>│       TUI        │◄►│  Event Bus   │◄►│ HTTP Server  │</a:t>
            </a:r>
          </a:p>
          <a:p>
            <a:r>
              <a:rPr lang="en-US" dirty="0" sz="1800"/>
              <a:t>└───────┬──────────┘  └──────┬───────┘  └──────┬───────┘</a:t>
            </a:r>
          </a:p>
          <a:p>
            <a:r>
              <a:rPr lang="en-US" dirty="0" sz="1800"/>
              <a:t>        │                    │                  │</a:t>
            </a:r>
          </a:p>
          <a:p>
            <a:r>
              <a:rPr lang="en-US" dirty="0" sz="1800"/>
              <a:t>        ▼                    ▼                  ▼</a:t>
            </a:r>
          </a:p>
          <a:p>
            <a:r>
              <a:rPr lang="en-US" dirty="0" sz="1800"/>
              <a:t>┌──────────────────────────────────────────────────────┐</a:t>
            </a:r>
          </a:p>
          <a:p>
            <a:r>
              <a:rPr lang="en-US" dirty="0" sz="1800"/>
              <a:t>│              Session Processor                      │</a:t>
            </a:r>
          </a:p>
          <a:p>
            <a:r>
              <a:rPr lang="en-US" dirty="0" sz="1800"/>
              <a:t>│  (agent loop → LLM call → tool execution)          │</a:t>
            </a:r>
          </a:p>
          <a:p>
            <a:r>
              <a:rPr lang="en-US" dirty="0" sz="1800"/>
              <a:t>└──────────────────────┬──────────────────────────────┘</a:t>
            </a:r>
          </a:p>
          <a:p>
            <a:r>
              <a:rPr lang="en-US" dirty="0" sz="1800"/>
              <a:t>                       │</a:t>
            </a:r>
          </a:p>
          <a:p>
            <a:r>
              <a:rPr lang="en-US" dirty="0" sz="1800"/>
              <a:t>             ┌─────────┼─────────┐</a:t>
            </a:r>
          </a:p>
          <a:p>
            <a:r>
              <a:rPr lang="en-US" dirty="0" sz="1800"/>
              <a:t>             ▼         ▼         ▼</a:t>
            </a:r>
          </a:p>
          <a:p>
            <a:r>
              <a:rPr lang="en-US" dirty="0" sz="1800"/>
              <a:t>        ┌─────────┐ ┌──────┐ ┌────────┐</a:t>
            </a:r>
          </a:p>
          <a:p>
            <a:r>
              <a:rPr lang="en-US" dirty="0" sz="1800"/>
              <a:t>        │Provider │ │Tools │ │Storage │</a:t>
            </a:r>
          </a:p>
          <a:p>
            <a:r>
              <a:rPr lang="en-US" dirty="0" sz="1800"/>
              <a:t>        │(LLM API)│ │      │ │(SQLite)│</a:t>
            </a:r>
          </a:p>
          <a:p>
            <a:r>
              <a:rPr lang="en-US" dirty="0" sz="1800"/>
              <a:t>        └─────────┘ └──────┘ └────────┘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| Crate | Purpose |</a:t>
            </a:r>
          </a:p>
          <a:p>
            <a:r>
              <a:rPr lang="en-US" dirty="0" sz="1800"/>
              <a:t>|-------|---------|</a:t>
            </a:r>
          </a:p>
          <a:p>
            <a:r>
              <a:rPr lang="en-US" dirty="0" sz="1800"/>
              <a:t>| ragent-core | Types, storage, config, providers, tools, agents, sessions, event bus |</a:t>
            </a:r>
          </a:p>
          <a:p>
            <a:r>
              <a:rPr lang="en-US" dirty="0" sz="1800"/>
              <a:t>| ragent-code | Codebase indexing: tree-sitter, SQLite, Tantivy FTS, file watcher |</a:t>
            </a:r>
          </a:p>
          <a:p>
            <a:r>
              <a:rPr lang="en-US" dirty="0" sz="1800"/>
              <a:t>| ragent-server | Axum HTTP routes, SSE streaming |</a:t>
            </a:r>
          </a:p>
          <a:p>
            <a:r>
              <a:rPr lang="en-US" dirty="0" sz="1800"/>
              <a:t>| ragent-tui | Ratatui terminal interface |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How ragent Is Produced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Build &amp; Release Process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Install from source:</a:t>
            </a:r>
          </a:p>
          <a:p>
            <a:r>
              <a:rPr lang="en-US" dirty="0" sz="1800"/>
              <a:t>  git clone https://github.com/thawkins/ragent.git</a:t>
            </a:r>
          </a:p>
          <a:p>
            <a:r>
              <a:rPr lang="en-US" dirty="0" sz="1800"/>
              <a:t>  cd ragent &amp;&amp; cargo build --release</a:t>
            </a:r>
          </a:p>
          <a:p>
            <a:r>
              <a:rPr lang="en-US" dirty="0" sz="1800"/>
              <a:t>  Binary: target/release/ragent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Performance Optimisations:</a:t>
            </a:r>
          </a:p>
          <a:p>
            <a:r>
              <a:rPr lang="en-US" dirty="0" sz="1800"/>
              <a:t>• DashMap replaces RwLock&lt;HashMap&gt; — reduces lock contention</a:t>
            </a:r>
          </a:p>
          <a:p>
            <a:r>
              <a:rPr lang="en-US" dirty="0" sz="1800"/>
              <a:t>• LRU file-read cache (256-entry, mtime-keyed) — avoids redundant I/O</a:t>
            </a:r>
          </a:p>
          <a:p>
            <a:r>
              <a:rPr lang="en-US" dirty="0" sz="1800"/>
              <a:t>• Rayon parallel glob walk — large directory trees</a:t>
            </a:r>
          </a:p>
          <a:p>
            <a:r>
              <a:rPr lang="en-US" dirty="0" sz="1800"/>
              <a:t>• Incremental snapshots — stores only changed files via similar diffs</a:t>
            </a:r>
          </a:p>
          <a:p>
            <a:r>
              <a:rPr lang="en-US" dirty="0" sz="1800"/>
              <a:t>• Async storage writes via tokio::task::spawn_blocking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Benchmarks:</a:t>
            </a:r>
          </a:p>
          <a:p>
            <a:r>
              <a:rPr lang="en-US" dirty="0" sz="1800"/>
              <a:t>  cargo bench -p ragent-core</a:t>
            </a:r>
          </a:p>
          <a:p>
            <a:r>
              <a:rPr lang="en-US" dirty="0" sz="1800"/>
              <a:t>  cargo bench -p ragent-code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Quality:</a:t>
            </a:r>
          </a:p>
          <a:p>
            <a:r>
              <a:rPr lang="en-US" dirty="0" sz="1800"/>
              <a:t>  cargo clippy &amp;&amp; cargo fmt --check &amp;&amp; cargo test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15 Key Features of ragent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1. Multi-Provider LLM Support</a:t>
            </a:r>
          </a:p>
          <a:p>
            <a:r>
              <a:rPr lang="en-US" dirty="0" sz="1800"/>
              <a:t>2. Code Index</a:t>
            </a:r>
          </a:p>
          <a:p>
            <a:r>
              <a:rPr lang="en-US" dirty="0" sz="1800"/>
              <a:t>3. SWARM Mode (Teams)</a:t>
            </a:r>
          </a:p>
          <a:p>
            <a:r>
              <a:rPr lang="en-US" dirty="0" sz="1800"/>
              <a:t>4. SubAgents</a:t>
            </a:r>
          </a:p>
          <a:p>
            <a:r>
              <a:rPr lang="en-US" dirty="0" sz="1800"/>
              <a:t>5. Memory System</a:t>
            </a:r>
          </a:p>
          <a:p>
            <a:r>
              <a:rPr lang="en-US" dirty="0" sz="1800"/>
              <a:t>6. List of Providers</a:t>
            </a:r>
          </a:p>
          <a:p>
            <a:r>
              <a:rPr lang="en-US" dirty="0" sz="1800"/>
              <a:t>7. Terminal UI (TUI)</a:t>
            </a:r>
          </a:p>
          <a:p>
            <a:r>
              <a:rPr lang="en-US" dirty="0" sz="1800"/>
              <a:t>8. HTTP Server &amp; REST API</a:t>
            </a:r>
          </a:p>
          <a:p>
            <a:r>
              <a:rPr lang="en-US" dirty="0" sz="1800"/>
              <a:t>9. Comprehensive Tool System</a:t>
            </a:r>
          </a:p>
          <a:p>
            <a:r>
              <a:rPr lang="en-US" dirty="0" sz="1800"/>
              <a:t>10. Session Management</a:t>
            </a:r>
          </a:p>
          <a:p>
            <a:r>
              <a:rPr lang="en-US" dirty="0" sz="1800"/>
              <a:t>11. Permission System</a:t>
            </a:r>
          </a:p>
          <a:p>
            <a:r>
              <a:rPr lang="en-US" dirty="0" sz="1800"/>
              <a:t>12. Agent Presets &amp; Custom Agents</a:t>
            </a:r>
          </a:p>
          <a:p>
            <a:r>
              <a:rPr lang="en-US" dirty="0" sz="1800"/>
              <a:t>13. Prompt Optimization</a:t>
            </a:r>
          </a:p>
          <a:p>
            <a:r>
              <a:rPr lang="en-US" dirty="0" sz="1800"/>
              <a:t>14. Snapshot &amp; Undo</a:t>
            </a:r>
          </a:p>
          <a:p>
            <a:r>
              <a:rPr lang="en-US" dirty="0" sz="1800"/>
              <a:t>15. Skills System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Unique Highlights: Code Index with tree-sitter, SWARM Teams, Structured Memory, 12 Prompt Frameworks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1: Multi-Provider LLM Support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natively integrates with multiple LLM providers out of the box: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• Anthropic (Claude) — claude-sonnet-4, claude-3.5-haiku, etc.</a:t>
            </a:r>
          </a:p>
          <a:p>
            <a:r>
              <a:rPr lang="en-US" dirty="0" sz="1800"/>
              <a:t>• OpenAI (GPT) — gpt-4o, gpt-4-turbo, etc.</a:t>
            </a:r>
          </a:p>
          <a:p>
            <a:r>
              <a:rPr lang="en-US" dirty="0" sz="1800"/>
              <a:t>• GitHub Copilot — auto-discovers token from IDE, no API key needed</a:t>
            </a:r>
          </a:p>
          <a:p>
            <a:r>
              <a:rPr lang="en-US" dirty="0" sz="1800"/>
              <a:t>• Ollama — local models, zero API key, full privacy</a:t>
            </a:r>
          </a:p>
          <a:p>
            <a:r>
              <a:rPr lang="en-US" dirty="0" sz="1800"/>
              <a:t>• Generic OpenAI — any OpenAI-compatible endpoint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Extensible Provider Trait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New providers can be added by implementing the Provider trait:</a:t>
            </a:r>
          </a:p>
          <a:p>
            <a:r>
              <a:rPr lang="en-US" dirty="0" sz="1800"/>
              <a:t>• async fn complete() — send chat completion request</a:t>
            </a:r>
          </a:p>
          <a:p>
            <a:r>
              <a:rPr lang="en-US" dirty="0" sz="1800"/>
              <a:t>• async fn list_models() — return available models</a:t>
            </a:r>
          </a:p>
          <a:p>
            <a:r>
              <a:rPr lang="en-US" dirty="0" sz="1800"/>
              <a:t>• fn name() — unique provider identifier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Configuration is via ragent.json, environment variables, or the interactive TUI provider dialog (press 'p' on home screen).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1: Multi-Provider LLM Support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Provider Configuration Examples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Anthropic:</a:t>
            </a:r>
          </a:p>
          <a:p>
            <a:r>
              <a:rPr lang="en-US" dirty="0" sz="1800"/>
              <a:t>  export ANTHROPIC_API_KEY="sk-ant-..."</a:t>
            </a:r>
          </a:p>
          <a:p>
            <a:r>
              <a:rPr lang="en-US" dirty="0" sz="1800"/>
              <a:t>  ragent auth anthropic sk-ant-your-key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OpenAI:</a:t>
            </a:r>
          </a:p>
          <a:p>
            <a:r>
              <a:rPr lang="en-US" dirty="0" sz="1800"/>
              <a:t>  export OPENAI_API_KEY="sk-..."</a:t>
            </a:r>
          </a:p>
          <a:p>
            <a:r>
              <a:rPr lang="en-US" dirty="0" sz="1800"/>
              <a:t>  ragent auth openai sk-your-key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GitHub Copilot:</a:t>
            </a:r>
          </a:p>
          <a:p>
            <a:r>
              <a:rPr lang="en-US" dirty="0" sz="1800"/>
              <a:t>  # Auto-discovers if Copilot is configured in VS Code/JetBrains</a:t>
            </a:r>
          </a:p>
          <a:p>
            <a:r>
              <a:rPr lang="en-US" dirty="0" sz="1800"/>
              <a:t>  ragent run --model copilot/gpt-4o "Explain this code"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Ollama (Local):</a:t>
            </a:r>
          </a:p>
          <a:p>
            <a:r>
              <a:rPr lang="en-US" dirty="0" sz="1800"/>
              <a:t>  ollama serve &amp;&amp; ollama pull llama3.2</a:t>
            </a:r>
          </a:p>
          <a:p>
            <a:r>
              <a:rPr lang="en-US" dirty="0" sz="1800"/>
              <a:t>  # Auto-detects at localhost:11434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Generic OpenAI:</a:t>
            </a:r>
          </a:p>
          <a:p>
            <a:r>
              <a:rPr lang="en-US" dirty="0" sz="1800"/>
              <a:t>  {</a:t>
            </a:r>
          </a:p>
          <a:p>
            <a:r>
              <a:rPr lang="en-US" dirty="0" sz="1800"/>
              <a:t>    "provider": {</a:t>
            </a:r>
          </a:p>
          <a:p>
            <a:r>
              <a:rPr lang="en-US" dirty="0" sz="1800"/>
              <a:t>      "generic_openai": {</a:t>
            </a:r>
          </a:p>
          <a:p>
            <a:r>
              <a:rPr lang="en-US" dirty="0" sz="1800"/>
              <a:t>        "env": ["GENERIC_OPENAI_API_KEY"],</a:t>
            </a:r>
          </a:p>
          <a:p>
            <a:r>
              <a:rPr lang="en-US" dirty="0" sz="1800"/>
              <a:t>        "api": { "base_url": "http://127.0.0.1:8080" }</a:t>
            </a:r>
          </a:p>
          <a:p>
            <a:r>
              <a:rPr lang="en-US" dirty="0" sz="1800"/>
              <a:t>      }</a:t>
            </a:r>
          </a:p>
          <a:p>
            <a:r>
              <a:rPr lang="en-US" dirty="0" sz="1800"/>
              <a:t>    }</a:t>
            </a:r>
          </a:p>
          <a:p>
            <a:r>
              <a:rPr lang="en-US" dirty="0" sz="1800"/>
              <a:t>  }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Health Indicators: ● green (reachable) ✗ red (unreachable) ● yellow (checking)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2: Code Index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includes an automatic codebase indexing system powered by tree-sitter and Tantivy. It provides structured search across all indexed source files — symbols, references, dependencies, and documentation.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How It Works:</a:t>
            </a:r>
          </a:p>
          <a:p>
            <a:r>
              <a:rPr lang="en-US" dirty="0" sz="1800"/>
              <a:t>• tree-sitter parsers extract symbols (functions, structs, enums, traits, etc.)</a:t>
            </a:r>
          </a:p>
          <a:p>
            <a:r>
              <a:rPr lang="en-US" dirty="0" sz="1800"/>
              <a:t>• SQLite stores parsed symbol data with file-level granularity</a:t>
            </a:r>
          </a:p>
          <a:p>
            <a:r>
              <a:rPr lang="en-US" dirty="0" sz="1800"/>
              <a:t>• Tantivy provides full-text search with ranking and filtering</a:t>
            </a:r>
          </a:p>
          <a:p>
            <a:r>
              <a:rPr lang="en-US" dirty="0" sz="1800"/>
              <a:t>• File watcher triggers incremental updates on code changes</a:t>
            </a:r>
          </a:p>
          <a:p>
            <a:r>
              <a:rPr lang="en-US" dirty="0" sz="1800"/>
              <a:t>• LLM-accessible tools expose index to the AI agent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Supported Languages:</a:t>
            </a:r>
          </a:p>
          <a:p>
            <a:r>
              <a:rPr lang="en-US" dirty="0" sz="1800"/>
              <a:t>• Rust, Python, TypeScript/JavaScript, Go, C/C++, Java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Enable/Disable: /codeindex on | off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5 Index Tools for LLM Access:</a:t>
            </a:r>
          </a:p>
          <a:p>
            <a:r>
              <a:rPr lang="en-US" dirty="0" sz="1800"/>
              <a:t>1. codeindex_search — Find symbols by name/keyword</a:t>
            </a:r>
          </a:p>
          <a:p>
            <a:r>
              <a:rPr lang="en-US" dirty="0" sz="1800"/>
              <a:t>2. codeindex_symbols — List symbols in a file or across project</a:t>
            </a:r>
          </a:p>
          <a:p>
            <a:r>
              <a:rPr lang="en-US" dirty="0" sz="1800"/>
              <a:t>3. codeindex_references — Find all usages of a symbol</a:t>
            </a:r>
          </a:p>
          <a:p>
            <a:r>
              <a:rPr lang="en-US" dirty="0" sz="1800"/>
              <a:t>4. codeindex_dependencies — Query file-level import/dependency graph</a:t>
            </a:r>
          </a:p>
          <a:p>
            <a:r>
              <a:rPr lang="en-US" dirty="0" sz="1800"/>
              <a:t>5. codeindex_status — Show index health and statistics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2: Code Index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Unique Capabilities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What makes ragent's Code Index unique:</a:t>
            </a:r>
          </a:p>
          <a:p>
            <a:r>
              <a:rPr lang="en-US" dirty="0" sz="1800"/>
              <a:t>• Multi-language tree-sitter parsing — not just text search, real AST understanding</a:t>
            </a:r>
          </a:p>
          <a:p>
            <a:r>
              <a:rPr lang="en-US" dirty="0" sz="1800"/>
              <a:t>• Incremental updates via file watcher — re-indexes only changed files</a:t>
            </a:r>
          </a:p>
          <a:p>
            <a:r>
              <a:rPr lang="en-US" dirty="0" sz="1800"/>
              <a:t>• LLM-native tools — the AI agent can query the index directly during conversations</a:t>
            </a:r>
          </a:p>
          <a:p>
            <a:r>
              <a:rPr lang="en-US" dirty="0" sz="1800"/>
              <a:t>• Symbol-level search — find functions, types, traits by name, not just text</a:t>
            </a:r>
          </a:p>
          <a:p>
            <a:r>
              <a:rPr lang="en-US" dirty="0" sz="1800"/>
              <a:t>• Reference tracking — find all callers/usages across the codebase</a:t>
            </a:r>
          </a:p>
          <a:p>
            <a:r>
              <a:rPr lang="en-US" dirty="0" sz="1800"/>
              <a:t>• Dependency graph — understand which files import what, and what depends on a file</a:t>
            </a:r>
          </a:p>
          <a:p>
            <a:r>
              <a:rPr lang="en-US" dirty="0" sz="1800"/>
              <a:t>• Combined with LSP — semantic code intelligence alongside index search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Example Usage in Chat: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User: "Where is the Tool trait defined?"</a:t>
            </a:r>
          </a:p>
          <a:p>
            <a:r>
              <a:rPr lang="en-US" dirty="0" sz="1800"/>
              <a:t>Agent uses codeindex_search → finds Tool in crates/ragent-core/src/tool/mod.rs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User: "Who calls the execute method?"</a:t>
            </a:r>
          </a:p>
          <a:p>
            <a:r>
              <a:rPr lang="en-US" dirty="0" sz="1800"/>
              <a:t>Agent uses codeindex_references → finds all 30+ call sites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User: "What does ragent-core depend on?"</a:t>
            </a:r>
          </a:p>
          <a:p>
            <a:r>
              <a:rPr lang="en-US" dirty="0" sz="1800"/>
              <a:t>Agent uses codeindex_dependencies → shows imports tree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The ragent TUI showing a codeindex_search result in the chat panel</a:t>
            </a:r>
          </a:p>
          <a:p>
            <a:r>
              <a:rPr lang="en-US" dirty="0" sz="1800"/>
              <a:t>Prompt to create: Open ragent, run a code search for 'SessionProcessor', show the results panel with file locations and symbol kinds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3: SWARM Mode (Teams)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Teams let one ragent session act as a team lead, spawning and coordinating multiple teammate agent sessions that each run in their own context window.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Unlike subagents (ephemeral workers), teammates have:</a:t>
            </a:r>
          </a:p>
          <a:p>
            <a:r>
              <a:rPr lang="en-US" dirty="0" sz="1800"/>
              <a:t>• Persistent named identities — survive across interactions</a:t>
            </a:r>
          </a:p>
          <a:p>
            <a:r>
              <a:rPr lang="en-US" dirty="0" sz="1800"/>
              <a:t>• Direct inter-teammate messaging — not just lead→teammate</a:t>
            </a:r>
          </a:p>
          <a:p>
            <a:r>
              <a:rPr lang="en-US" dirty="0" sz="1800"/>
              <a:t>• Shared task list with file locking — self-coordinating without bottleneck</a:t>
            </a:r>
          </a:p>
          <a:p>
            <a:r>
              <a:rPr lang="en-US" dirty="0" sz="1800"/>
              <a:t>• Blueprint templates — pre-built team configurations with auto-spawning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When to Use Teams vs Subagents: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| Dimension | Subagents | Teams |</a:t>
            </a:r>
          </a:p>
          <a:p>
            <a:r>
              <a:rPr lang="en-US" dirty="0" sz="1800"/>
              <a:t>|-----------|-----------|-------|</a:t>
            </a:r>
          </a:p>
          <a:p>
            <a:r>
              <a:rPr lang="en-US" dirty="0" sz="1800"/>
              <a:t>| Context | Own; result summarised | Own; fully independent |</a:t>
            </a:r>
          </a:p>
          <a:p>
            <a:r>
              <a:rPr lang="en-US" dirty="0" sz="1800"/>
              <a:t>| Communication | Reports to lead only | Teammates message each other |</a:t>
            </a:r>
          </a:p>
          <a:p>
            <a:r>
              <a:rPr lang="en-US" dirty="0" sz="1800"/>
              <a:t>| Coordination | Lead manages all | Shared task list; self-coordinating |</a:t>
            </a:r>
          </a:p>
          <a:p>
            <a:r>
              <a:rPr lang="en-US" dirty="0" sz="1800"/>
              <a:t>| Persistence | Ephemeral; destroyed on completion | Named; persist until cleanup |</a:t>
            </a:r>
          </a:p>
          <a:p>
            <a:r>
              <a:rPr lang="en-US" dirty="0" sz="1800"/>
              <a:t>| Best for | Focused tasks | Complex collaborative work |</a:t>
            </a:r>
          </a:p>
          <a:p>
            <a:r>
              <a:rPr lang="en-US" dirty="0" sz="1800"/>
              <a:t>| Token cost | Lower | Higher (scales with teammates) |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3: SWARM Mode (Teams) — cont.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Team Tools &amp; Workflow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Lead-Only Tools:</a:t>
            </a:r>
          </a:p>
          <a:p>
            <a:r>
              <a:rPr lang="en-US" dirty="0" sz="1800"/>
              <a:t>• team_create — Create a named team</a:t>
            </a:r>
          </a:p>
          <a:p>
            <a:r>
              <a:rPr lang="en-US" dirty="0" sz="1800"/>
              <a:t>• team_spawn — Spawn teammates with role-specific prompts</a:t>
            </a:r>
          </a:p>
          <a:p>
            <a:r>
              <a:rPr lang="en-US" dirty="0" sz="1800"/>
              <a:t>• team_assign_task — Assign specific tasks to teammates</a:t>
            </a:r>
          </a:p>
          <a:p>
            <a:r>
              <a:rPr lang="en-US" dirty="0" sz="1800"/>
              <a:t>• team_broadcast — Send message to all active teammates</a:t>
            </a:r>
          </a:p>
          <a:p>
            <a:r>
              <a:rPr lang="en-US" dirty="0" sz="1800"/>
              <a:t>• team_approve_plan — Approve/reject teammate plans</a:t>
            </a:r>
          </a:p>
          <a:p>
            <a:r>
              <a:rPr lang="en-US" dirty="0" sz="1800"/>
              <a:t>• team_shutdown_teammate — Gracefully stop a teammate</a:t>
            </a:r>
          </a:p>
          <a:p>
            <a:r>
              <a:rPr lang="en-US" dirty="0" sz="1800"/>
              <a:t>• team_cleanup — Tear down team resources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Shared Tools (Lead + Teammate):</a:t>
            </a:r>
          </a:p>
          <a:p>
            <a:r>
              <a:rPr lang="en-US" dirty="0" sz="1800"/>
              <a:t>• team_message — Direct message to any member</a:t>
            </a:r>
          </a:p>
          <a:p>
            <a:r>
              <a:rPr lang="en-US" dirty="0" sz="1800"/>
              <a:t>• team_task_list — Read all tasks and status</a:t>
            </a:r>
          </a:p>
          <a:p>
            <a:r>
              <a:rPr lang="en-US" dirty="0" sz="1800"/>
              <a:t>• team_task_claim — Atomically claim next available task (file-locked)</a:t>
            </a:r>
          </a:p>
          <a:p>
            <a:r>
              <a:rPr lang="en-US" dirty="0" sz="1800"/>
              <a:t>• team_task_complete — Mark task done, unblock dependents</a:t>
            </a:r>
          </a:p>
          <a:p>
            <a:r>
              <a:rPr lang="en-US" dirty="0" sz="1800"/>
              <a:t>• team_read_messages — Read unread inbox messages</a:t>
            </a:r>
          </a:p>
          <a:p>
            <a:r>
              <a:rPr lang="en-US" dirty="0" sz="1800"/>
              <a:t>• team_submit_plan — Submit plan for lead approval</a:t>
            </a:r>
          </a:p>
          <a:p>
            <a:r>
              <a:rPr lang="en-US" dirty="0" sz="1800"/>
              <a:t>• team_idle — Notify lead of idle state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Blueprints: Pre-built team templates</a:t>
            </a:r>
          </a:p>
          <a:p>
            <a:r>
              <a:rPr lang="en-US" dirty="0" sz="1800"/>
              <a:t>• code-review — Security, performance, test reviewers</a:t>
            </a:r>
          </a:p>
          <a:p>
            <a:r>
              <a:rPr lang="en-US" dirty="0" sz="1800"/>
              <a:t>• Place in .ragent/blueprints/teams/&lt;name&gt;/</a:t>
            </a:r>
          </a:p>
          <a:p>
            <a:r>
              <a:rPr lang="en-US" dirty="0" sz="1800"/>
              <a:t>• Define spawn-prompts.json and task-seed.json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TUI showing the Teams panel with lead, 3 teammates, task status</a:t>
            </a:r>
          </a:p>
          <a:p>
            <a:r>
              <a:rPr lang="en-US" dirty="0" sz="1800"/>
              <a:t>Prompt to create: Create a team with /team create review-squad, spawn 3 teammates, show the team panel with statuses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4: SubAgents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supports spawning specialized sub-agents for focused tasks. Subagents run in their own context window and return results to the parent session.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Built-in Subagents: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| Agent | Purpose | Use Case |</a:t>
            </a:r>
          </a:p>
          <a:p>
            <a:r>
              <a:rPr lang="en-US" dirty="0" sz="1800"/>
              <a:t>|-------|---------|----------|</a:t>
            </a:r>
          </a:p>
          <a:p>
            <a:r>
              <a:rPr lang="en-US" dirty="0" sz="1800"/>
              <a:t>| general | General-purpose coding (default) | Most tasks |</a:t>
            </a:r>
          </a:p>
          <a:p>
            <a:r>
              <a:rPr lang="en-US" dirty="0" sz="1800"/>
              <a:t>| build | Build, test, fix compilation errors | Running tests, debugging |</a:t>
            </a:r>
          </a:p>
          <a:p>
            <a:r>
              <a:rPr lang="en-US" dirty="0" sz="1800"/>
              <a:t>| plan | Read-only analysis and architecture | Code review, design |</a:t>
            </a:r>
          </a:p>
          <a:p>
            <a:r>
              <a:rPr lang="en-US" dirty="0" sz="1800"/>
              <a:t>| explore | Fast codebase search | Finding code, understanding patterns |</a:t>
            </a:r>
          </a:p>
          <a:p>
            <a:r>
              <a:rPr lang="en-US" dirty="0" sz="1800"/>
              <a:t>| ask | Quick Q&amp;A without tools | Simple questions |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3 Sub-Agent Tools:</a:t>
            </a:r>
          </a:p>
          <a:p>
            <a:r>
              <a:rPr lang="en-US" dirty="0" sz="1800"/>
              <a:t>• new_task — Spawn a background agent (sync or async)</a:t>
            </a:r>
          </a:p>
          <a:p>
            <a:r>
              <a:rPr lang="en-US" dirty="0" sz="1800"/>
              <a:t>• cancel_task — Cancel a running background task</a:t>
            </a:r>
          </a:p>
          <a:p>
            <a:r>
              <a:rPr lang="en-US" dirty="0" sz="1800"/>
              <a:t>• list_tasks — View all running and completed tasks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Key Features:</a:t>
            </a:r>
          </a:p>
          <a:p>
            <a:r>
              <a:rPr lang="en-US" dirty="0" sz="1800"/>
              <a:t>• Background mode — spawn multiple agents concurrently</a:t>
            </a:r>
          </a:p>
          <a:p>
            <a:r>
              <a:rPr lang="en-US" dirty="0" sz="1800"/>
              <a:t>• Foreground mode — block until result returned</a:t>
            </a:r>
          </a:p>
          <a:p>
            <a:r>
              <a:rPr lang="en-US" dirty="0" sz="1800"/>
              <a:t>• Auto result injection — completed task results appear as system messages</a:t>
            </a:r>
          </a:p>
          <a:p>
            <a:r>
              <a:rPr lang="en-US" dirty="0" sz="1800"/>
              <a:t>• Configurable limits: maxBackgroundAgents: 4, timeout: 3600s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4: SubAgents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Detailed Capabilities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Spawning Background Tasks: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Via Agent Tool (in chat):</a:t>
            </a:r>
          </a:p>
          <a:p>
            <a:r>
              <a:rPr lang="en-US" dirty="0" sz="1800"/>
              <a:t>  User: "Analyze the codebase in parallel"</a:t>
            </a:r>
          </a:p>
          <a:p>
            <a:r>
              <a:rPr lang="en-US" dirty="0" sz="1800"/>
              <a:t>  Agent uses:</a:t>
            </a:r>
          </a:p>
          <a:p>
            <a:r>
              <a:rPr lang="en-US" dirty="0" sz="1800"/>
              <a:t>    new_task agent="explore" task="Find common patterns in src/" background=true</a:t>
            </a:r>
          </a:p>
          <a:p>
            <a:r>
              <a:rPr lang="en-US" dirty="0" sz="1800"/>
              <a:t>    new_task agent="build" task="Run cargo check and list errors" background=true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Via TUI:</a:t>
            </a:r>
          </a:p>
          <a:p>
            <a:r>
              <a:rPr lang="en-US" dirty="0" sz="1800"/>
              <a:t>  /tasks          — Show all running and completed tasks</a:t>
            </a:r>
          </a:p>
          <a:p>
            <a:r>
              <a:rPr lang="en-US" dirty="0" sz="1800"/>
              <a:t>  /tasks cancel ID — Cancel a task by ID prefix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Via REST API:</a:t>
            </a:r>
          </a:p>
          <a:p>
            <a:r>
              <a:rPr lang="en-US" dirty="0" sz="1800"/>
              <a:t>  POST /sessions/{sid}/tasks</a:t>
            </a:r>
          </a:p>
          <a:p>
            <a:r>
              <a:rPr lang="en-US" dirty="0" sz="1800"/>
              <a:t>  { "agent": "explore", "task": "Analyze auth module", "background": true }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Result Injection:</a:t>
            </a:r>
          </a:p>
          <a:p>
            <a:r>
              <a:rPr lang="en-US" dirty="0" sz="1800"/>
              <a:t>When a background task completes, the result is automatically injected into the parent session as a system message, allowing the agent to act on it in the next iteration.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Concurrency Control:</a:t>
            </a:r>
          </a:p>
          <a:p>
            <a:r>
              <a:rPr lang="en-US" dirty="0" sz="1800"/>
              <a:t>- Maximum 4 concurrent background tasks per session</a:t>
            </a:r>
          </a:p>
          <a:p>
            <a:r>
              <a:rPr lang="en-US" dirty="0" sz="1800"/>
              <a:t>- Configurable timeout (default 1 hour)</a:t>
            </a:r>
          </a:p>
          <a:p>
            <a:r>
              <a:rPr lang="en-US" dirty="0" sz="1800"/>
              <a:t>- Task manager tracks all spawned agents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TUI showing background task list with status indicators</a:t>
            </a:r>
          </a:p>
          <a:p>
            <a:r>
              <a:rPr lang="en-US" dirty="0" sz="1800"/>
              <a:t>Prompt to create: Spawn 3 background tasks with new_task, show /tasks panel with running/completed status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5: Memory System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includes a structured memory system that allows agents to persist and recall information across sessions. Memories survive process restarts and are automatically loaded in future sessions.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Memory Scopes:</a:t>
            </a:r>
          </a:p>
          <a:p>
            <a:r>
              <a:rPr lang="en-US" dirty="0" sz="1800"/>
              <a:t>• Project — stored in .ragent/memory/ (project-specific)</a:t>
            </a:r>
          </a:p>
          <a:p>
            <a:r>
              <a:rPr lang="en-US" dirty="0" sz="1800"/>
              <a:t>• User — stored in ~/.ragent/memory/ (global across projects)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Memory Categories:</a:t>
            </a:r>
          </a:p>
          <a:p>
            <a:r>
              <a:rPr lang="en-US" dirty="0" sz="1800"/>
              <a:t>• fact — Verified facts about the codebase or project</a:t>
            </a:r>
          </a:p>
          <a:p>
            <a:r>
              <a:rPr lang="en-US" dirty="0" sz="1800"/>
              <a:t>• pattern — Recurring patterns and conventions</a:t>
            </a:r>
          </a:p>
          <a:p>
            <a:r>
              <a:rPr lang="en-US" dirty="0" sz="1800"/>
              <a:t>• preference — User preferences and working styles</a:t>
            </a:r>
          </a:p>
          <a:p>
            <a:r>
              <a:rPr lang="en-US" dirty="0" sz="1800"/>
              <a:t>• insight — Architectural insights and design decisions</a:t>
            </a:r>
          </a:p>
          <a:p>
            <a:r>
              <a:rPr lang="en-US" dirty="0" sz="1800"/>
              <a:t>• error — Known bugs and failure patterns</a:t>
            </a:r>
          </a:p>
          <a:p>
            <a:r>
              <a:rPr lang="en-US" dirty="0" sz="1800"/>
              <a:t>• workflow — Step-by-step procedures and processes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Storage Formats:</a:t>
            </a:r>
          </a:p>
          <a:p>
            <a:r>
              <a:rPr lang="en-US" dirty="0" sz="1800"/>
              <a:t>• Structured memories — stored with category, tags, confidence score (0.0–1.0)</a:t>
            </a:r>
          </a:p>
          <a:p>
            <a:r>
              <a:rPr lang="en-US" dirty="0" sz="1800"/>
              <a:t>• Memory blocks — named markdown files with YAML frontmatter (e.g., patterns.md, persona.md)</a:t>
            </a:r>
          </a:p>
          <a:p>
            <a:r>
              <a:rPr lang="en-US" dirty="0" sz="1800"/>
              <a:t>• Default MEMORY.md — backward-compatible flat file</a:t>
            </a:r>
          </a:p>
          <a:p>
            <a:r>
              <a:rPr lang="en-US" dirty="0" sz="1800"/>
              <a:t>• Embeddings — semantic similarity search when embeddings are enabled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5: Memory System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Memory Tools &amp; Capabilities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6 Memory Tools for LLM Access:</a:t>
            </a:r>
          </a:p>
          <a:p>
            <a:r>
              <a:rPr lang="en-US" dirty="0" sz="1800"/>
              <a:t>1. memory_store — Store a structured memory with category, tags, confidence</a:t>
            </a:r>
          </a:p>
          <a:p>
            <a:r>
              <a:rPr lang="en-US" dirty="0" sz="1800"/>
              <a:t>2. memory_recall — Search memories with keyword/category/confidence filters</a:t>
            </a:r>
          </a:p>
          <a:p>
            <a:r>
              <a:rPr lang="en-US" dirty="0" sz="1800"/>
              <a:t>3. memory_search — Semantic similarity search (embeddings) or FTS5 keyword search</a:t>
            </a:r>
          </a:p>
          <a:p>
            <a:r>
              <a:rPr lang="en-US" dirty="0" sz="1800"/>
              <a:t>4. memory_read — Read a memory file or named block</a:t>
            </a:r>
          </a:p>
          <a:p>
            <a:r>
              <a:rPr lang="en-US" dirty="0" sz="1800"/>
              <a:t>5. memory_write — Persist notes to memory files (append or overwrite)</a:t>
            </a:r>
          </a:p>
          <a:p>
            <a:r>
              <a:rPr lang="en-US" dirty="0" sz="1800"/>
              <a:t>6. memory_forget — Delete memories by ID or filter criteria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Plus:</a:t>
            </a:r>
          </a:p>
          <a:p>
            <a:r>
              <a:rPr lang="en-US" dirty="0" sz="1800"/>
              <a:t>• memory_replace — Edit specific text in a named memory block</a:t>
            </a:r>
          </a:p>
          <a:p>
            <a:r>
              <a:rPr lang="en-US" dirty="0" sz="1800"/>
              <a:t>• memory_migrate — Split flat MEMORY.md into structured blocks</a:t>
            </a:r>
          </a:p>
          <a:p>
            <a:r>
              <a:rPr lang="en-US" dirty="0" sz="1800"/>
              <a:t>• journal_write / journal_read / journal_search — Append-only insight log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Unique Capabilities:</a:t>
            </a:r>
          </a:p>
          <a:p>
            <a:r>
              <a:rPr lang="en-US" dirty="0" sz="1800"/>
              <a:t>• Structured categorization — facts, patterns, preferences, insights, errors, workflows</a:t>
            </a:r>
          </a:p>
          <a:p>
            <a:r>
              <a:rPr lang="en-US" dirty="0" sz="1800"/>
              <a:t>• Confidence scoring — 0.0 (uncertain) to 1.0 (certain)</a:t>
            </a:r>
          </a:p>
          <a:p>
            <a:r>
              <a:rPr lang="en-US" dirty="0" sz="1800"/>
              <a:t>• Semantic search — finds memories by meaning, not just keywords</a:t>
            </a:r>
          </a:p>
          <a:p>
            <a:r>
              <a:rPr lang="en-US" dirty="0" sz="1800"/>
              <a:t>• Cross-session persistence — memories survive restarts</a:t>
            </a:r>
          </a:p>
          <a:p>
            <a:r>
              <a:rPr lang="en-US" dirty="0" sz="1800"/>
              <a:t>• YAML frontmatter blocks — organized, searchable memory files</a:t>
            </a:r>
          </a:p>
          <a:p>
            <a:r>
              <a:rPr lang="en-US" dirty="0" sz="1800"/>
              <a:t>• Access tracking — memories increment access counts when recalled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TUI showing memory_search results with relevance scores</a:t>
            </a:r>
          </a:p>
          <a:p>
            <a:r>
              <a:rPr lang="en-US" dirty="0" sz="1800"/>
              <a:t>Prompt to create: Store several memories, then run memory_search for a pattern, show the ranked results panel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6: List of Providers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Supported LLM Providers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ships with 5 built-in provider integrations: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1. Anthropic (Claude)</a:t>
            </a:r>
          </a:p>
          <a:p>
            <a:r>
              <a:rPr lang="en-US" dirty="0" sz="1800"/>
              <a:t>   - Models: claude-sonnet-4-20250514, claude-3.5-haiku, claude-opus</a:t>
            </a:r>
          </a:p>
          <a:p>
            <a:r>
              <a:rPr lang="en-US" dirty="0" sz="1800"/>
              <a:t>   - Auth: API key (sk-ant-...) or ragent auth anthropic</a:t>
            </a:r>
          </a:p>
          <a:p>
            <a:r>
              <a:rPr lang="en-US" dirty="0" sz="1800"/>
              <a:t>   - Features: Streaming, tool use, extended thinking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2. OpenAI (GPT)</a:t>
            </a:r>
          </a:p>
          <a:p>
            <a:r>
              <a:rPr lang="en-US" dirty="0" sz="1800"/>
              <a:t>   - Models: gpt-4o, gpt-4-turbo, gpt-3.5-turbo</a:t>
            </a:r>
          </a:p>
          <a:p>
            <a:r>
              <a:rPr lang="en-US" dirty="0" sz="1800"/>
              <a:t>   - Auth: API key (sk-...) or ragent auth openai</a:t>
            </a:r>
          </a:p>
          <a:p>
            <a:r>
              <a:rPr lang="en-US" dirty="0" sz="1800"/>
              <a:t>   - Features: Streaming, function calling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3. GitHub Copilot</a:t>
            </a:r>
          </a:p>
          <a:p>
            <a:r>
              <a:rPr lang="en-US" dirty="0" sz="1800"/>
              <a:t>   - Models: gpt-4o, claude-sonnet-4, o1, etc. (via Copilot infrastructure)</a:t>
            </a:r>
          </a:p>
          <a:p>
            <a:r>
              <a:rPr lang="en-US" dirty="0" sz="1800"/>
              <a:t>   - Auth: Auto-discovers from VS Code/JetBrains extension</a:t>
            </a:r>
          </a:p>
          <a:p>
            <a:r>
              <a:rPr lang="en-US" dirty="0" sz="1800"/>
              <a:t>   - Features: Zero-config, reasoning level selection, multi-model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4. Ollama (Local)</a:t>
            </a:r>
          </a:p>
          <a:p>
            <a:r>
              <a:rPr lang="en-US" dirty="0" sz="1800"/>
              <a:t>   - Models: llama3.2, codellama, mistral, deepseek-coder, etc.</a:t>
            </a:r>
          </a:p>
          <a:p>
            <a:r>
              <a:rPr lang="en-US" dirty="0" sz="1800"/>
              <a:t>   - Auth: None required (local server)</a:t>
            </a:r>
          </a:p>
          <a:p>
            <a:r>
              <a:rPr lang="en-US" dirty="0" sz="1800"/>
              <a:t>   - Features: Full privacy, offline, auto-detect at localhost:11434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5. Generic OpenAI-Compatible</a:t>
            </a:r>
          </a:p>
          <a:p>
            <a:r>
              <a:rPr lang="en-US" dirty="0" sz="1800"/>
              <a:t>   - Models: Any model served by an OpenAI-compatible API</a:t>
            </a:r>
          </a:p>
          <a:p>
            <a:r>
              <a:rPr lang="en-US" dirty="0" sz="1800"/>
              <a:t>   - Auth: Configurable env vars</a:t>
            </a:r>
          </a:p>
          <a:p>
            <a:r>
              <a:rPr lang="en-US" dirty="0" sz="1800"/>
              <a:t>   - Features: Custom base_url, supports local/remote endpoints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6: List of Providers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Provider Management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CLI Commands:</a:t>
            </a:r>
          </a:p>
          <a:p>
            <a:r>
              <a:rPr lang="en-US" dirty="0" sz="1800"/>
              <a:t>  ragent auth &lt;provider&gt; &lt;key&gt;  — Store API key persistently</a:t>
            </a:r>
          </a:p>
          <a:p>
            <a:r>
              <a:rPr lang="en-US" dirty="0" sz="1800"/>
              <a:t>  ragent models                 — List all registered models</a:t>
            </a:r>
          </a:p>
          <a:p>
            <a:r>
              <a:rPr lang="en-US" dirty="0" sz="1800"/>
              <a:t>  ragent models --provider ollama — Filter by provider</a:t>
            </a:r>
          </a:p>
          <a:p>
            <a:r>
              <a:rPr lang="en-US" dirty="0" sz="1800"/>
              <a:t>  ragent config                 — Show resolved configuration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TUI Provider Setup (press 'p' on home screen):</a:t>
            </a:r>
          </a:p>
          <a:p>
            <a:r>
              <a:rPr lang="en-US" dirty="0" sz="1800"/>
              <a:t>  1. Select a provider (Anthropic, OpenAI, Copilot, Ollama)</a:t>
            </a:r>
          </a:p>
          <a:p>
            <a:r>
              <a:rPr lang="en-US" dirty="0" sz="1800"/>
              <a:t>  2. Enter API key (Copilot auto-discovers, Ollama needs none)</a:t>
            </a:r>
          </a:p>
          <a:p>
            <a:r>
              <a:rPr lang="en-US" dirty="0" sz="1800"/>
              <a:t>  3. Choose a model from available models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Model Override:</a:t>
            </a:r>
          </a:p>
          <a:p>
            <a:r>
              <a:rPr lang="en-US" dirty="0" sz="1800"/>
              <a:t>  ragent --model anthropic/claude-sonnet-4-20250514</a:t>
            </a:r>
          </a:p>
          <a:p>
            <a:r>
              <a:rPr lang="en-US" dirty="0" sz="1800"/>
              <a:t>  ragent --model copilot/gpt-4o</a:t>
            </a:r>
          </a:p>
          <a:p>
            <a:r>
              <a:rPr lang="en-US" dirty="0" sz="1800"/>
              <a:t>  ragent --model ollama/llama3.2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Health Checking:</a:t>
            </a:r>
          </a:p>
          <a:p>
            <a:r>
              <a:rPr lang="en-US" dirty="0" sz="1800"/>
              <a:t>  ● Green — provider is reachable</a:t>
            </a:r>
          </a:p>
          <a:p>
            <a:r>
              <a:rPr lang="en-US" dirty="0" sz="1800"/>
              <a:t>  ✗ Red — provider is unreachable</a:t>
            </a:r>
          </a:p>
          <a:p>
            <a:r>
              <a:rPr lang="en-US" dirty="0" sz="1800"/>
              <a:t>  ● Yellow — health check in progress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Unique: Copilot auto-discovery means zero-config for GitHub Copilot subscribers — just install the extension and ragent works.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Provider setup dialog showing Anthropic/OpenAI/Copilot/Ollama options</a:t>
            </a:r>
          </a:p>
          <a:p>
            <a:r>
              <a:rPr lang="en-US" dirty="0" sz="1800"/>
              <a:t>Prompt to create: Open ragent, press 'p' to show provider dialog, highlight each provider option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7: Terminal UI (TUI)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features a full-screen terminal UI built with ratatui, providing an immersive coding experience right in your terminal.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Key UI Elements:</a:t>
            </a:r>
          </a:p>
          <a:p>
            <a:r>
              <a:rPr lang="en-US" dirty="0" sz="1800"/>
              <a:t>• Home screen — provider status, session list, quick start</a:t>
            </a:r>
          </a:p>
          <a:p>
            <a:r>
              <a:rPr lang="en-US" dirty="0" sz="1800"/>
              <a:t>• Chat panel — streaming conversation with the AI agent</a:t>
            </a:r>
          </a:p>
          <a:p>
            <a:r>
              <a:rPr lang="en-US" dirty="0" sz="1800"/>
              <a:t>• Log panel — step-numbered tool calls with pretty-printed JSON</a:t>
            </a:r>
          </a:p>
          <a:p>
            <a:r>
              <a:rPr lang="en-US" dirty="0" sz="1800"/>
              <a:t>• Agent picker — switch between agent presets with /agent</a:t>
            </a:r>
          </a:p>
          <a:p>
            <a:r>
              <a:rPr lang="en-US" dirty="0" sz="1800"/>
              <a:t>• Teams panel — real-time team status when a team is active</a:t>
            </a:r>
          </a:p>
          <a:p>
            <a:r>
              <a:rPr lang="en-US" dirty="0" sz="1800"/>
              <a:t>• Background tasks panel — monitor spawned sub-agents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Interactive Features:</a:t>
            </a:r>
          </a:p>
          <a:p>
            <a:r>
              <a:rPr lang="en-US" dirty="0" sz="1800"/>
              <a:t>• Provider setup dialog (press 'p')</a:t>
            </a:r>
          </a:p>
          <a:p>
            <a:r>
              <a:rPr lang="en-US" dirty="0" sz="1800"/>
              <a:t>• Slash-command autocomplete (/help, /agent, /team, /opt, etc.)</a:t>
            </a:r>
          </a:p>
          <a:p>
            <a:r>
              <a:rPr lang="en-US" dirty="0" sz="1800"/>
              <a:t>• Agent cycling with Tab / Shift+Tab</a:t>
            </a:r>
          </a:p>
          <a:p>
            <a:r>
              <a:rPr lang="en-US" dirty="0" sz="1800"/>
              <a:t>• Image attachment support (Alt+V) — paste from clipboard</a:t>
            </a:r>
          </a:p>
          <a:p>
            <a:r>
              <a:rPr lang="en-US" dirty="0" sz="1800"/>
              <a:t>• Mouse support — click, scroll, right-click context menu</a:t>
            </a:r>
          </a:p>
          <a:p>
            <a:r>
              <a:rPr lang="en-US" dirty="0" sz="1800"/>
              <a:t>• Keybindings help panel (press '?' on empty input)</a:t>
            </a:r>
          </a:p>
          <a:p>
            <a:r>
              <a:rPr lang="en-US" dirty="0" sz="1800"/>
              <a:t>• Streaming responses with real-time token display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7: Terminal UI (TUI) — cont.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Slash Commands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/help — Context-sensitive help</a:t>
            </a:r>
          </a:p>
          <a:p>
            <a:r>
              <a:rPr lang="en-US" dirty="0" sz="1800"/>
              <a:t>/agent [name] — Switch agent</a:t>
            </a:r>
          </a:p>
          <a:p>
            <a:r>
              <a:rPr lang="en-US" dirty="0" sz="1800"/>
              <a:t>/team — Team status and management</a:t>
            </a:r>
          </a:p>
          <a:p>
            <a:r>
              <a:rPr lang="en-US" dirty="0" sz="1800"/>
              <a:t>/opt &lt;method&gt; &lt;prompt&gt; — Prompt optimization</a:t>
            </a:r>
          </a:p>
          <a:p>
            <a:r>
              <a:rPr lang="en-US" dirty="0" sz="1800"/>
              <a:t>/tasks — Background task management</a:t>
            </a:r>
          </a:p>
          <a:p>
            <a:r>
              <a:rPr lang="en-US" dirty="0" sz="1800"/>
              <a:t>/codeindex on|off — Toggle code index</a:t>
            </a:r>
          </a:p>
          <a:p>
            <a:r>
              <a:rPr lang="en-US" dirty="0" sz="1800"/>
              <a:t>/simplify — Code quality review skill</a:t>
            </a:r>
          </a:p>
          <a:p>
            <a:r>
              <a:rPr lang="en-US" dirty="0" sz="1800"/>
              <a:t>/debug — Troubleshooting skill</a:t>
            </a:r>
          </a:p>
          <a:p>
            <a:r>
              <a:rPr lang="en-US" dirty="0" sz="1800"/>
              <a:t>/batch — Parallel batch operations</a:t>
            </a:r>
          </a:p>
          <a:p>
            <a:r>
              <a:rPr lang="en-US" dirty="0" sz="1800"/>
              <a:t>/loop — Repeat prompt on interval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Key Bindings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Enter — Send message</a:t>
            </a:r>
          </a:p>
          <a:p>
            <a:r>
              <a:rPr lang="en-US" dirty="0" sz="1800"/>
              <a:t>Tab / Shift+Tab — Cycle agents</a:t>
            </a:r>
          </a:p>
          <a:p>
            <a:r>
              <a:rPr lang="en-US" dirty="0" sz="1800"/>
              <a:t>F6 — Multi-agent orchestration</a:t>
            </a:r>
          </a:p>
          <a:p>
            <a:r>
              <a:rPr lang="en-US" dirty="0" sz="1800"/>
              <a:t>F13 — Spawn background task</a:t>
            </a:r>
          </a:p>
          <a:p>
            <a:r>
              <a:rPr lang="en-US" dirty="0" sz="1800"/>
              <a:t>F14 — List background tasks</a:t>
            </a:r>
          </a:p>
          <a:p>
            <a:r>
              <a:rPr lang="en-US" dirty="0" sz="1800"/>
              <a:t>p — Provider setup (home screen)</a:t>
            </a:r>
          </a:p>
          <a:p>
            <a:r>
              <a:rPr lang="en-US" dirty="0" sz="1800"/>
              <a:t>? — Keybindings help</a:t>
            </a:r>
          </a:p>
          <a:p>
            <a:r>
              <a:rPr lang="en-US" dirty="0" sz="1800"/>
              <a:t>Alt+V — Paste image from clipboard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Full ragent TUI with home screen showing provider status, session list</a:t>
            </a:r>
          </a:p>
          <a:p>
            <a:r>
              <a:rPr lang="en-US" dirty="0" sz="1800"/>
              <a:t>Prompt to create: Launch ragent, show home screen with active providers and recent sessions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Chat panel with streaming response, tool calls, and log panel</a:t>
            </a:r>
          </a:p>
          <a:p>
            <a:r>
              <a:rPr lang="en-US" dirty="0" sz="1800"/>
              <a:t>Prompt to create: Start a session, ask the agent to search the codebase, show streaming chat with tool call details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8: HTTP Server &amp; REST API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can run as a headless HTTP server, exposing a REST + SSE API so any frontend can drive the agent — IDE extensions, web apps, or custom integrations.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Starting the Server:</a:t>
            </a:r>
          </a:p>
          <a:p>
            <a:r>
              <a:rPr lang="en-US" dirty="0" sz="1800"/>
              <a:t>  ragent serve — Starts on default port, prints bearer token</a:t>
            </a:r>
          </a:p>
          <a:p>
            <a:r>
              <a:rPr lang="en-US" dirty="0" sz="1800"/>
              <a:t>  ragent serve --port 9100 — Custom port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Architecture:</a:t>
            </a:r>
          </a:p>
          <a:p>
            <a:r>
              <a:rPr lang="en-US" dirty="0" sz="1800"/>
              <a:t>  Built on axum (Tokio-based) with Server-Sent Events for streaming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Key API Endpoints:</a:t>
            </a:r>
          </a:p>
          <a:p>
            <a:r>
              <a:rPr lang="en-US" dirty="0" sz="1800"/>
              <a:t>  POST /sessions — Create new session</a:t>
            </a:r>
          </a:p>
          <a:p>
            <a:r>
              <a:rPr lang="en-US" dirty="0" sz="1800"/>
              <a:t>  GET /sessions — List sessions</a:t>
            </a:r>
          </a:p>
          <a:p>
            <a:r>
              <a:rPr lang="en-US" dirty="0" sz="1800"/>
              <a:t>  POST /sessions/{id}/messages — Send message</a:t>
            </a:r>
          </a:p>
          <a:p>
            <a:r>
              <a:rPr lang="en-US" dirty="0" sz="1800"/>
              <a:t>  GET /sessions/{id}/events — SSE stream of responses</a:t>
            </a:r>
          </a:p>
          <a:p>
            <a:r>
              <a:rPr lang="en-US" dirty="0" sz="1800"/>
              <a:t>  POST /sessions/{id}/tasks — Spawn background agent</a:t>
            </a:r>
          </a:p>
          <a:p>
            <a:r>
              <a:rPr lang="en-US" dirty="0" sz="1800"/>
              <a:t>  POST /opt — Prompt optimization</a:t>
            </a:r>
          </a:p>
          <a:p>
            <a:r>
              <a:rPr lang="en-US" dirty="0" sz="1800"/>
              <a:t>  GET /health — Server health check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Authentication:</a:t>
            </a:r>
          </a:p>
          <a:p>
            <a:r>
              <a:rPr lang="en-US" dirty="0" sz="1800"/>
              <a:t>  Bearer token auto-generated on server start</a:t>
            </a:r>
          </a:p>
          <a:p>
            <a:r>
              <a:rPr lang="en-US" dirty="0" sz="1800"/>
              <a:t>  RAGENT_TOKEN environment variable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8: HTTP Server &amp; REST API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Detailed Capabilities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SSE Streaming:</a:t>
            </a:r>
          </a:p>
          <a:p>
            <a:r>
              <a:rPr lang="en-US" dirty="0" sz="1800"/>
              <a:t>  GET /sessions/{id}/events</a:t>
            </a:r>
          </a:p>
          <a:p>
            <a:r>
              <a:rPr lang="en-US" dirty="0" sz="1800"/>
              <a:t>  Real-time streaming of agent responses, tool calls, and events</a:t>
            </a:r>
          </a:p>
          <a:p>
            <a:r>
              <a:rPr lang="en-US" dirty="0" sz="1800"/>
              <a:t>  Frontend can display progressive token output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Background Agent API:</a:t>
            </a:r>
          </a:p>
          <a:p>
            <a:r>
              <a:rPr lang="en-US" dirty="0" sz="1800"/>
              <a:t>  POST /sessions/{id}/tasks — Spawn background task</a:t>
            </a:r>
          </a:p>
          <a:p>
            <a:r>
              <a:rPr lang="en-US" dirty="0" sz="1800"/>
              <a:t>  GET /sessions/{id}/tasks — List all tasks</a:t>
            </a:r>
          </a:p>
          <a:p>
            <a:r>
              <a:rPr lang="en-US" dirty="0" sz="1800"/>
              <a:t>  GET /sessions/{id}/tasks/{task_id} — Get task details</a:t>
            </a:r>
          </a:p>
          <a:p>
            <a:r>
              <a:rPr lang="en-US" dirty="0" sz="1800"/>
              <a:t>  DELETE /sessions/{id}/tasks/{task_id} — Cancel task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Prompt Optimization API:</a:t>
            </a:r>
          </a:p>
          <a:p>
            <a:r>
              <a:rPr lang="en-US" dirty="0" sz="1800"/>
              <a:t>  POST /opt</a:t>
            </a:r>
          </a:p>
          <a:p>
            <a:r>
              <a:rPr lang="en-US" dirty="0" sz="1800"/>
              <a:t>  {"method": "co_star", "prompt": "Explain Rust lifetimes"}</a:t>
            </a:r>
          </a:p>
          <a:p>
            <a:r>
              <a:rPr lang="en-US" dirty="0" sz="1800"/>
              <a:t>  Returns structured prompt instantly (no LLM call)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Team API:</a:t>
            </a:r>
          </a:p>
          <a:p>
            <a:r>
              <a:rPr lang="en-US" dirty="0" sz="1800"/>
              <a:t>  Full team lifecycle available via HTTP endpoints</a:t>
            </a:r>
          </a:p>
          <a:p>
            <a:r>
              <a:rPr lang="en-US" dirty="0" sz="1800"/>
              <a:t>  Create, spawn, message, manage tasks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Use Cases:</a:t>
            </a:r>
          </a:p>
          <a:p>
            <a:r>
              <a:rPr lang="en-US" dirty="0" sz="1800"/>
              <a:t>• IDE integration (VS Code extension, JetBrains plugin)</a:t>
            </a:r>
          </a:p>
          <a:p>
            <a:r>
              <a:rPr lang="en-US" dirty="0" sz="1800"/>
              <a:t>• Web-based coding assistant frontend</a:t>
            </a:r>
          </a:p>
          <a:p>
            <a:r>
              <a:rPr lang="en-US" dirty="0" sz="1800"/>
              <a:t>• CI/CD pipeline integration</a:t>
            </a:r>
          </a:p>
          <a:p>
            <a:r>
              <a:rPr lang="en-US" dirty="0" sz="1800"/>
              <a:t>• Remote agent access over SSH tunnel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Terminal showing ragent serve output with bearer token and API URLs</a:t>
            </a:r>
          </a:p>
          <a:p>
            <a:r>
              <a:rPr lang="en-US" dirty="0" sz="1800"/>
              <a:t>Prompt to create: Run ragent serve, show the startup output with token and endpoints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9: Comprehensive Tool System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provides 26+ tools that the AI agent can use during sessions, organized into three tiers.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8 Built-in Tools:</a:t>
            </a:r>
          </a:p>
          <a:p>
            <a:r>
              <a:rPr lang="en-US" dirty="0" sz="1800"/>
              <a:t>• read — Read file contents (with line range support)</a:t>
            </a:r>
          </a:p>
          <a:p>
            <a:r>
              <a:rPr lang="en-US" dirty="0" sz="1800"/>
              <a:t>• write — Create or overwrite files</a:t>
            </a:r>
          </a:p>
          <a:p>
            <a:r>
              <a:rPr lang="en-US" dirty="0" sz="1800"/>
              <a:t>• edit — Surgical text replacements (find &amp; replace)</a:t>
            </a:r>
          </a:p>
          <a:p>
            <a:r>
              <a:rPr lang="en-US" dirty="0" sz="1800"/>
              <a:t>• bash — Execute shell commands (120s timeout)</a:t>
            </a:r>
          </a:p>
          <a:p>
            <a:r>
              <a:rPr lang="en-US" dirty="0" sz="1800"/>
              <a:t>• grep — Search file contents with regex</a:t>
            </a:r>
          </a:p>
          <a:p>
            <a:r>
              <a:rPr lang="en-US" dirty="0" sz="1800"/>
              <a:t>• glob — Find files by name pattern</a:t>
            </a:r>
          </a:p>
          <a:p>
            <a:r>
              <a:rPr lang="en-US" dirty="0" sz="1800"/>
              <a:t>• list — List directory contents (2 levels deep)</a:t>
            </a:r>
          </a:p>
          <a:p>
            <a:r>
              <a:rPr lang="en-US" dirty="0" sz="1800"/>
              <a:t>• question — Ask user a clarifying question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15 Extended Tools:</a:t>
            </a:r>
          </a:p>
          <a:p>
            <a:r>
              <a:rPr lang="en-US" dirty="0" sz="1800"/>
              <a:t>• multiedit — Atomic multi-file edits</a:t>
            </a:r>
          </a:p>
          <a:p>
            <a:r>
              <a:rPr lang="en-US" dirty="0" sz="1800"/>
              <a:t>• patch — Apply unified diff patches</a:t>
            </a:r>
          </a:p>
          <a:p>
            <a:r>
              <a:rPr lang="en-US" dirty="0" sz="1800"/>
              <a:t>• webfetch — Fetch web page content</a:t>
            </a:r>
          </a:p>
          <a:p>
            <a:r>
              <a:rPr lang="en-US" dirty="0" sz="1800"/>
              <a:t>• websearch — Search the web (requires Tavily API key)</a:t>
            </a:r>
          </a:p>
          <a:p>
            <a:r>
              <a:rPr lang="en-US" dirty="0" sz="1800"/>
              <a:t>• plan_enter / plan_exit — Delegate to plan agent</a:t>
            </a:r>
          </a:p>
          <a:p>
            <a:r>
              <a:rPr lang="en-US" dirty="0" sz="1800"/>
              <a:t>• todo_write / todo_read — Task management</a:t>
            </a:r>
          </a:p>
          <a:p>
            <a:r>
              <a:rPr lang="en-US" dirty="0" sz="1800"/>
              <a:t>• office_read / office_write / office_info — Word, Excel, PowerPoint</a:t>
            </a:r>
          </a:p>
          <a:p>
            <a:r>
              <a:rPr lang="en-US" dirty="0" sz="1800"/>
              <a:t>• pdf_read / pdf_write — PDF document processing</a:t>
            </a:r>
          </a:p>
          <a:p>
            <a:r>
              <a:rPr lang="en-US" dirty="0" sz="1800"/>
              <a:t>• rm — Delete files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9: Comprehensive Tool System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3 Sub-Agent Tools:</a:t>
            </a:r>
          </a:p>
          <a:p>
            <a:r>
              <a:rPr lang="en-US" dirty="0" sz="1800"/>
              <a:t>• new_task — Spawn background agent (sync or async)</a:t>
            </a:r>
          </a:p>
          <a:p>
            <a:r>
              <a:rPr lang="en-US" dirty="0" sz="1800"/>
              <a:t>• cancel_task — Cancel running background task</a:t>
            </a:r>
          </a:p>
          <a:p>
            <a:r>
              <a:rPr lang="en-US" dirty="0" sz="1800"/>
              <a:t>• list_tasks — View all tasks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5 Code Index Tools:</a:t>
            </a:r>
          </a:p>
          <a:p>
            <a:r>
              <a:rPr lang="en-US" dirty="0" sz="1800"/>
              <a:t>• codeindex_search — Find symbols by name/keyword</a:t>
            </a:r>
          </a:p>
          <a:p>
            <a:r>
              <a:rPr lang="en-US" dirty="0" sz="1800"/>
              <a:t>• codeindex_symbols — List symbols in a file or project</a:t>
            </a:r>
          </a:p>
          <a:p>
            <a:r>
              <a:rPr lang="en-US" dirty="0" sz="1800"/>
              <a:t>• codeindex_references — Find all usages of a symbol</a:t>
            </a:r>
          </a:p>
          <a:p>
            <a:r>
              <a:rPr lang="en-US" dirty="0" sz="1800"/>
              <a:t>• codeindex_dependencies — Query import/dependency graph</a:t>
            </a:r>
          </a:p>
          <a:p>
            <a:r>
              <a:rPr lang="en-US" dirty="0" sz="1800"/>
              <a:t>• codeindex_status — Index health and statistics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6 Memory Tools:</a:t>
            </a:r>
          </a:p>
          <a:p>
            <a:r>
              <a:rPr lang="en-US" dirty="0" sz="1800"/>
              <a:t>• memory_store / memory_recall / memory_search</a:t>
            </a:r>
          </a:p>
          <a:p>
            <a:r>
              <a:rPr lang="en-US" dirty="0" sz="1800"/>
              <a:t>• memory_read / memory_write / memory_forget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Plus:</a:t>
            </a:r>
          </a:p>
          <a:p>
            <a:r>
              <a:rPr lang="en-US" dirty="0" sz="1800"/>
              <a:t>• LSP tools — hover, definition, references, symbols, diagnostics</a:t>
            </a:r>
          </a:p>
          <a:p>
            <a:r>
              <a:rPr lang="en-US" dirty="0" sz="1800"/>
              <a:t>• Journal tools — write, read, search</a:t>
            </a:r>
          </a:p>
          <a:p>
            <a:r>
              <a:rPr lang="en-US" dirty="0" sz="1800"/>
              <a:t>• Team tools — create, spawn, message, tasks, cleanup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Permission Categories:</a:t>
            </a:r>
          </a:p>
          <a:p>
            <a:r>
              <a:rPr lang="en-US" dirty="0" sz="1800"/>
              <a:t>  file:read, file:write, bash:execute, question, network</a:t>
            </a:r>
          </a:p>
          <a:p>
            <a:r>
              <a:rPr lang="en-US" dirty="0" sz="1800"/>
              <a:t>  Each tool declares its category; permissions gate execution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TUI log panel showing step-numbered tool calls with JSON output</a:t>
            </a:r>
          </a:p>
          <a:p>
            <a:r>
              <a:rPr lang="en-US" dirty="0" sz="1800"/>
              <a:t>Prompt to create: Run a multi-tool session, show log panel with numbered tool calls and results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10: Session Management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persists conversations in sessions stored in SQLite, ensuring your work is never lost.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Session Features:</a:t>
            </a:r>
          </a:p>
          <a:p>
            <a:r>
              <a:rPr lang="en-US" dirty="0" sz="1800"/>
              <a:t>• Persistent conversation history — survives app restarts</a:t>
            </a:r>
          </a:p>
          <a:p>
            <a:r>
              <a:rPr lang="en-US" dirty="0" sz="1800"/>
              <a:t>• SQLite storage — reliable, fast, no external database needed</a:t>
            </a:r>
          </a:p>
          <a:p>
            <a:r>
              <a:rPr lang="en-US" dirty="0" sz="1800"/>
              <a:t>• Session resume — pick up exactly where you left off</a:t>
            </a:r>
          </a:p>
          <a:p>
            <a:r>
              <a:rPr lang="en-US" dirty="0" sz="1800"/>
              <a:t>• Export/Import — share sessions as JSON files</a:t>
            </a:r>
          </a:p>
          <a:p>
            <a:r>
              <a:rPr lang="en-US" dirty="0" sz="1800"/>
              <a:t>• Multi-session support — work on multiple tasks concurrently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CLI Commands:</a:t>
            </a:r>
          </a:p>
          <a:p>
            <a:r>
              <a:rPr lang="en-US" dirty="0" sz="1800"/>
              <a:t>  ragent session list — List all sessions</a:t>
            </a:r>
          </a:p>
          <a:p>
            <a:r>
              <a:rPr lang="en-US" dirty="0" sz="1800"/>
              <a:t>  ragent session resume &lt;id&gt; — Resume a previous session</a:t>
            </a:r>
          </a:p>
          <a:p>
            <a:r>
              <a:rPr lang="en-US" dirty="0" sz="1800"/>
              <a:t>  ragent session export &lt;id&gt; &gt; session.json — Export to JSON</a:t>
            </a:r>
          </a:p>
          <a:p>
            <a:r>
              <a:rPr lang="en-US" dirty="0" sz="1800"/>
              <a:t>  ragent session import session.json — Import from JSON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Storage Location:</a:t>
            </a:r>
          </a:p>
          <a:p>
            <a:r>
              <a:rPr lang="en-US" dirty="0" sz="1800"/>
              <a:t>  ~/.local/share/ragent/ragent.db — SQLite database</a:t>
            </a:r>
          </a:p>
          <a:p>
            <a:r>
              <a:rPr lang="en-US" dirty="0" sz="1800"/>
              <a:t>  Contains sessions, messages, API keys, and configuration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10: Session Management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Advanced Session Capabilities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Session-Prefixed Step Numbers:</a:t>
            </a:r>
          </a:p>
          <a:p>
            <a:r>
              <a:rPr lang="en-US" dirty="0" sz="1800"/>
              <a:t>  Tool calls are numbered [sid:step] for clear tracing</a:t>
            </a:r>
          </a:p>
          <a:p>
            <a:r>
              <a:rPr lang="en-US" dirty="0" sz="1800"/>
              <a:t>  Example: [abc1:3] means session abc1, step 3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Context Compaction:</a:t>
            </a:r>
          </a:p>
          <a:p>
            <a:r>
              <a:rPr lang="en-US" dirty="0" sz="1800"/>
              <a:t>  Long conversations are automatically compacted to fit context windows</a:t>
            </a:r>
          </a:p>
          <a:p>
            <a:r>
              <a:rPr lang="en-US" dirty="0" sz="1800"/>
              <a:t>  Internal compaction agent summarizes older messages</a:t>
            </a:r>
          </a:p>
          <a:p>
            <a:r>
              <a:rPr lang="en-US" dirty="0" sz="1800"/>
              <a:t>  Preserves key context while reducing token usage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Session Architecture:</a:t>
            </a:r>
          </a:p>
          <a:p>
            <a:r>
              <a:rPr lang="en-US" dirty="0" sz="1800"/>
              <a:t>  ┌──────────────────┐</a:t>
            </a:r>
          </a:p>
          <a:p>
            <a:r>
              <a:rPr lang="en-US" dirty="0" sz="1800"/>
              <a:t>  │   Session        │</a:t>
            </a:r>
          </a:p>
          <a:p>
            <a:r>
              <a:rPr lang="en-US" dirty="0" sz="1800"/>
              <a:t>  │  ┌────────────┐  │</a:t>
            </a:r>
          </a:p>
          <a:p>
            <a:r>
              <a:rPr lang="en-US" dirty="0" sz="1800"/>
              <a:t>  │  │ Messages   │  │</a:t>
            </a:r>
          </a:p>
          <a:p>
            <a:r>
              <a:rPr lang="en-US" dirty="0" sz="1800"/>
              <a:t>  │  │ (history)  │  │</a:t>
            </a:r>
          </a:p>
          <a:p>
            <a:r>
              <a:rPr lang="en-US" dirty="0" sz="1800"/>
              <a:t>  │  └────────────┘  │</a:t>
            </a:r>
          </a:p>
          <a:p>
            <a:r>
              <a:rPr lang="en-US" dirty="0" sz="1800"/>
              <a:t>  │  ┌────────────┐  │</a:t>
            </a:r>
          </a:p>
          <a:p>
            <a:r>
              <a:rPr lang="en-US" dirty="0" sz="1800"/>
              <a:t>  │  │ Agent State│  │</a:t>
            </a:r>
          </a:p>
          <a:p>
            <a:r>
              <a:rPr lang="en-US" dirty="0" sz="1800"/>
              <a:t>  │  └────────────┘  │</a:t>
            </a:r>
          </a:p>
          <a:p>
            <a:r>
              <a:rPr lang="en-US" dirty="0" sz="1800"/>
              <a:t>  │  ┌────────────┐  │</a:t>
            </a:r>
          </a:p>
          <a:p>
            <a:r>
              <a:rPr lang="en-US" dirty="0" sz="1800"/>
              <a:t>  │  │ Tools      │  │</a:t>
            </a:r>
          </a:p>
          <a:p>
            <a:r>
              <a:rPr lang="en-US" dirty="0" sz="1800"/>
              <a:t>  │  └────────────┘  │</a:t>
            </a:r>
          </a:p>
          <a:p>
            <a:r>
              <a:rPr lang="en-US" dirty="0" sz="1800"/>
              <a:t>  └──────────────────┘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Session list showing multiple sessions with timestamps</a:t>
            </a:r>
          </a:p>
          <a:p>
            <a:r>
              <a:rPr lang="en-US" dirty="0" sz="1800"/>
              <a:t>Prompt to create: Run ragent session list, show the table of sessions with IDs, timestamps, and message counts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11: Permission System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includes a configurable permission system that gates file writes, shell commands, and external access before they execute — keeping you in control.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Permission Categories:</a:t>
            </a:r>
          </a:p>
          <a:p>
            <a:r>
              <a:rPr lang="en-US" dirty="0" sz="1800"/>
              <a:t>• file:read — Read file contents, grep, glob, list</a:t>
            </a:r>
          </a:p>
          <a:p>
            <a:r>
              <a:rPr lang="en-US" dirty="0" sz="1800"/>
              <a:t>• file:write — Write, create, edit, multiedit, patch, rm</a:t>
            </a:r>
          </a:p>
          <a:p>
            <a:r>
              <a:rPr lang="en-US" dirty="0" sz="1800"/>
              <a:t>• bash:execute — Execute shell commands</a:t>
            </a:r>
          </a:p>
          <a:p>
            <a:r>
              <a:rPr lang="en-US" dirty="0" sz="1800"/>
              <a:t>• question — Ask clarifying questions</a:t>
            </a:r>
          </a:p>
          <a:p>
            <a:r>
              <a:rPr lang="en-US" dirty="0" sz="1800"/>
              <a:t>• network — webfetch, websearch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Configuration in ragent.json:</a:t>
            </a:r>
          </a:p>
          <a:p>
            <a:r>
              <a:rPr lang="en-US" dirty="0" sz="1800"/>
              <a:t>  {</a:t>
            </a:r>
          </a:p>
          <a:p>
            <a:r>
              <a:rPr lang="en-US" dirty="0" sz="1800"/>
              <a:t>    "permissions": [</a:t>
            </a:r>
          </a:p>
          <a:p>
            <a:r>
              <a:rPr lang="en-US" dirty="0" sz="1800"/>
              <a:t>      { "permission": "file:write", "pattern": "src/", "action": "allow" },</a:t>
            </a:r>
          </a:p>
          <a:p>
            <a:r>
              <a:rPr lang="en-US" dirty="0" sz="1800"/>
              <a:t>      { "permission": "bash:execute", "pattern": "cargo *", "action": "allow" },</a:t>
            </a:r>
          </a:p>
          <a:p>
            <a:r>
              <a:rPr lang="en-US" dirty="0" sz="1800"/>
              <a:t>      { "permission": "file:write", "pattern": "", "action": "deny" }</a:t>
            </a:r>
          </a:p>
          <a:p>
            <a:r>
              <a:rPr lang="en-US" dirty="0" sz="1800"/>
              <a:t>    ]</a:t>
            </a:r>
          </a:p>
          <a:p>
            <a:r>
              <a:rPr lang="en-US" dirty="0" sz="1800"/>
              <a:t>  }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Auto-approve all (use with caution):</a:t>
            </a:r>
          </a:p>
          <a:p>
            <a:r>
              <a:rPr lang="en-US" dirty="0" sz="1800"/>
              <a:t>  ragent --yes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11: Permission System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Permission Workflow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When a tool is called:</a:t>
            </a:r>
          </a:p>
          <a:p>
            <a:r>
              <a:rPr lang="en-US" dirty="0" sz="1800"/>
              <a:t>1. Tool declares its permission category (e.g., file:write)</a:t>
            </a:r>
          </a:p>
          <a:p>
            <a:r>
              <a:rPr lang="en-US" dirty="0" sz="1800"/>
              <a:t>2. Permission system checks rules in priority order</a:t>
            </a:r>
          </a:p>
          <a:p>
            <a:r>
              <a:rPr lang="en-US" dirty="0" sz="1800"/>
              <a:t>3. First matching rule determines allow/deny</a:t>
            </a:r>
          </a:p>
          <a:p>
            <a:r>
              <a:rPr lang="en-US" dirty="0" sz="1800"/>
              <a:t>4. If no rule matches, user is prompted interactively</a:t>
            </a:r>
          </a:p>
          <a:p>
            <a:r>
              <a:rPr lang="en-US" dirty="0" sz="1800"/>
              <a:t>5. Decision is logged for audit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Security Features:</a:t>
            </a:r>
          </a:p>
          <a:p>
            <a:r>
              <a:rPr lang="en-US" dirty="0" sz="1800"/>
              <a:t>• Pattern-based matching — glob patterns for file paths and commands</a:t>
            </a:r>
          </a:p>
          <a:p>
            <a:r>
              <a:rPr lang="en-US" dirty="0" sz="1800"/>
              <a:t>• Granular control — different rules for different file patterns</a:t>
            </a:r>
          </a:p>
          <a:p>
            <a:r>
              <a:rPr lang="en-US" dirty="0" sz="1800"/>
              <a:t>• Audit trail — all permission decisions are logged</a:t>
            </a:r>
          </a:p>
          <a:p>
            <a:r>
              <a:rPr lang="en-US" dirty="0" sz="1800"/>
              <a:t>• Interactive prompts — user confirms when no rule matches</a:t>
            </a:r>
          </a:p>
          <a:p>
            <a:r>
              <a:rPr lang="en-US" dirty="0" sz="1800"/>
              <a:t>• Tool-level categories — each tool declares what it needs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Best Practices:</a:t>
            </a:r>
          </a:p>
          <a:p>
            <a:r>
              <a:rPr lang="en-US" dirty="0" sz="1800"/>
              <a:t>• Allow file:write for src/ during active development</a:t>
            </a:r>
          </a:p>
          <a:p>
            <a:r>
              <a:rPr lang="en-US" dirty="0" sz="1800"/>
              <a:t>• Restrict bash:execute to known safe commands</a:t>
            </a:r>
          </a:p>
          <a:p>
            <a:r>
              <a:rPr lang="en-US" dirty="0" sz="1800"/>
              <a:t>• Deny file:write for .env and config files</a:t>
            </a:r>
          </a:p>
          <a:p>
            <a:r>
              <a:rPr lang="en-US" dirty="0" sz="1800"/>
              <a:t>• Use --yes only in trusted, automated environments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Permission prompt in TUI asking user to approve a file write operation</a:t>
            </a:r>
          </a:p>
          <a:p>
            <a:r>
              <a:rPr lang="en-US" dirty="0" sz="1800"/>
              <a:t>Prompt to create: Run a session that triggers a file write, show the permission approval dialog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12: Agent Presets &amp; Custom Agents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ships with built-in agent presets and supports fully custom agents defined in JSON — no Rust code required.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Built-in Agents: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| Agent | Purpose | Mode |</a:t>
            </a:r>
          </a:p>
          <a:p>
            <a:r>
              <a:rPr lang="en-US" dirty="0" sz="1800"/>
              <a:t>|-------|---------|------|</a:t>
            </a:r>
          </a:p>
          <a:p>
            <a:r>
              <a:rPr lang="en-US" dirty="0" sz="1800"/>
              <a:t>| ask | Quick Q&amp;A — no tools | primary |</a:t>
            </a:r>
          </a:p>
          <a:p>
            <a:r>
              <a:rPr lang="en-US" dirty="0" sz="1800"/>
              <a:t>| general | General-purpose coding (default) | primary |</a:t>
            </a:r>
          </a:p>
          <a:p>
            <a:r>
              <a:rPr lang="en-US" dirty="0" sz="1800"/>
              <a:t>| build | Build, test, debug | subagent |</a:t>
            </a:r>
          </a:p>
          <a:p>
            <a:r>
              <a:rPr lang="en-US" dirty="0" sz="1800"/>
              <a:t>| plan | Read-only planning | subagent |</a:t>
            </a:r>
          </a:p>
          <a:p>
            <a:r>
              <a:rPr lang="en-US" dirty="0" sz="1800"/>
              <a:t>| explore | Fast codebase search | subagent |</a:t>
            </a:r>
          </a:p>
          <a:p>
            <a:r>
              <a:rPr lang="en-US" dirty="0" sz="1800"/>
              <a:t>| title | Auto session titles | internal |</a:t>
            </a:r>
          </a:p>
          <a:p>
            <a:r>
              <a:rPr lang="en-US" dirty="0" sz="1800"/>
              <a:t>| summary | Conversation summaries | internal |</a:t>
            </a:r>
          </a:p>
          <a:p>
            <a:r>
              <a:rPr lang="en-US" dirty="0" sz="1800"/>
              <a:t>| compaction | Context compaction | internal |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Custom Agents:</a:t>
            </a:r>
          </a:p>
          <a:p>
            <a:r>
              <a:rPr lang="en-US" dirty="0" sz="1800"/>
              <a:t>  Define in JSON using OASF (Open Agentic Schema Framework) standard</a:t>
            </a:r>
          </a:p>
          <a:p>
            <a:r>
              <a:rPr lang="en-US" dirty="0" sz="1800"/>
              <a:t>  Place in ~/.ragent/agents/ (global) or .ragent/agents/ (project-local)</a:t>
            </a:r>
          </a:p>
          <a:p>
            <a:r>
              <a:rPr lang="en-US" dirty="0" sz="1800"/>
              <a:t>  Auto-loaded at startup, appear with yellow [custom] badge in /agent picker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12: Agent Presets &amp; Custom Agents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Custom Agent Example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{</a:t>
            </a:r>
          </a:p>
          <a:p>
            <a:r>
              <a:rPr lang="en-US" dirty="0" sz="1800"/>
              <a:t>  "name": "security-reviewer",</a:t>
            </a:r>
          </a:p>
          <a:p>
            <a:r>
              <a:rPr lang="en-US" dirty="0" sz="1800"/>
              <a:t>  "description": "Security code reviewer",</a:t>
            </a:r>
          </a:p>
          <a:p>
            <a:r>
              <a:rPr lang="en-US" dirty="0" sz="1800"/>
              <a:t>  "version": "1.0.0",</a:t>
            </a:r>
          </a:p>
          <a:p>
            <a:r>
              <a:rPr lang="en-US" dirty="0" sz="1800"/>
              <a:t>  "schema_version": "0.7.0",</a:t>
            </a:r>
          </a:p>
          <a:p>
            <a:r>
              <a:rPr lang="en-US" dirty="0" sz="1800"/>
              <a:t>  "modules": [{</a:t>
            </a:r>
          </a:p>
          <a:p>
            <a:r>
              <a:rPr lang="en-US" dirty="0" sz="1800"/>
              <a:t>    "type": "ragent/agent/v1",</a:t>
            </a:r>
          </a:p>
          <a:p>
            <a:r>
              <a:rPr lang="en-US" dirty="0" sz="1800"/>
              <a:t>    "payload": {</a:t>
            </a:r>
          </a:p>
          <a:p>
            <a:r>
              <a:rPr lang="en-US" dirty="0" sz="1800"/>
              <a:t>      "system_prompt": "You are a security reviewer.</a:t>
            </a:r>
          </a:p>
          <a:p>
            <a:r>
              <a:rPr lang="en-US" dirty="0" sz="1800"/>
              <a:t>Project: {{WORKING_DIR}}</a:t>
            </a:r>
          </a:p>
          <a:p>
            <a:r>
              <a:rPr lang="en-US" dirty="0" sz="1800"/>
              <a:t>{{AGENTS_MD}}",</a:t>
            </a:r>
          </a:p>
          <a:p>
            <a:r>
              <a:rPr lang="en-US" dirty="0" sz="1800"/>
              <a:t>      "mode": "primary",</a:t>
            </a:r>
          </a:p>
          <a:p>
            <a:r>
              <a:rPr lang="en-US" dirty="0" sz="1800"/>
              <a:t>      "max_steps": 500,</a:t>
            </a:r>
          </a:p>
          <a:p>
            <a:r>
              <a:rPr lang="en-US" dirty="0" sz="1800"/>
              <a:t>      "permissions": [</a:t>
            </a:r>
          </a:p>
          <a:p>
            <a:r>
              <a:rPr lang="en-US" dirty="0" sz="1800"/>
              <a:t>        {"permission": "file:read", "action": "allow"},</a:t>
            </a:r>
          </a:p>
          <a:p>
            <a:r>
              <a:rPr lang="en-US" dirty="0" sz="1800"/>
              <a:t>        {"permission": "file:write", "action": "deny"}</a:t>
            </a:r>
          </a:p>
          <a:p>
            <a:r>
              <a:rPr lang="en-US" dirty="0" sz="1800"/>
              <a:t>      ]</a:t>
            </a:r>
          </a:p>
          <a:p>
            <a:r>
              <a:rPr lang="en-US" dirty="0" sz="1800"/>
              <a:t>    }</a:t>
            </a:r>
          </a:p>
          <a:p>
            <a:r>
              <a:rPr lang="en-US" dirty="0" sz="1800"/>
              <a:t>  }]</a:t>
            </a:r>
          </a:p>
          <a:p>
            <a:r>
              <a:rPr lang="en-US" dirty="0" sz="1800"/>
              <a:t>}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Template Variables:</a:t>
            </a:r>
          </a:p>
          <a:p>
            <a:r>
              <a:rPr lang="en-US" dirty="0" sz="1800"/>
              <a:t>  {{WORKING_DIR}} — Absolute path of working directory</a:t>
            </a:r>
          </a:p>
          <a:p>
            <a:r>
              <a:rPr lang="en-US" dirty="0" sz="1800"/>
              <a:t>  {{FILE_TREE}} — Two-level directory listing</a:t>
            </a:r>
          </a:p>
          <a:p>
            <a:r>
              <a:rPr lang="en-US" dirty="0" sz="1800"/>
              <a:t>  {{AGENTS_MD}} — Contents of AGENTS.md (if present)</a:t>
            </a:r>
          </a:p>
          <a:p>
            <a:r>
              <a:rPr lang="en-US" dirty="0" sz="1800"/>
              <a:t>  {{DATE}} — Current date (YYYY-MM-DD)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Switching Agents:</a:t>
            </a:r>
          </a:p>
          <a:p>
            <a:r>
              <a:rPr lang="en-US" dirty="0" sz="1800"/>
              <a:t>  Tab / Shift+Tab — Cycle through agents</a:t>
            </a:r>
          </a:p>
          <a:p>
            <a:r>
              <a:rPr lang="en-US" dirty="0" sz="1800"/>
              <a:t>  /agent — Open interactive picker</a:t>
            </a:r>
          </a:p>
          <a:p>
            <a:r>
              <a:rPr lang="en-US" dirty="0" sz="1800"/>
              <a:t>  /agent &lt;name&gt; — Switch directly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Agent picker showing built-in and custom agents</a:t>
            </a:r>
          </a:p>
          <a:p>
            <a:r>
              <a:rPr lang="en-US" dirty="0" sz="1800"/>
              <a:t>Prompt to create: Open /agent picker, show list with general, build, plan, explore, and a [custom] agent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13: Prompt Optimization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The /opt slash command transforms any plain prompt into one of 12 structured frameworks — no LLM call needed, instant results.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9 Prompt Frameworks: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| Method | Description |</a:t>
            </a:r>
          </a:p>
          <a:p>
            <a:r>
              <a:rPr lang="en-US" dirty="0" sz="1800"/>
              <a:t>|--------|-------------|</a:t>
            </a:r>
          </a:p>
          <a:p>
            <a:r>
              <a:rPr lang="en-US" dirty="0" sz="1800"/>
              <a:t>| co_star | Context, Objective, Scope, Task, Action, Result |</a:t>
            </a:r>
          </a:p>
          <a:p>
            <a:r>
              <a:rPr lang="en-US" dirty="0" sz="1800"/>
              <a:t>| crispe | Context, Role, Intent, Steps, Persona, Examples |</a:t>
            </a:r>
          </a:p>
          <a:p>
            <a:r>
              <a:rPr lang="en-US" dirty="0" sz="1800"/>
              <a:t>| cot | Chain-of-Thought step-by-step reasoning |</a:t>
            </a:r>
          </a:p>
          <a:p>
            <a:r>
              <a:rPr lang="en-US" dirty="0" sz="1800"/>
              <a:t>| draw | Image prompt: subject, style, details, negatives |</a:t>
            </a:r>
          </a:p>
          <a:p>
            <a:r>
              <a:rPr lang="en-US" dirty="0" sz="1800"/>
              <a:t>| rise | Role, Intent, Scope, Examples |</a:t>
            </a:r>
          </a:p>
          <a:p>
            <a:r>
              <a:rPr lang="en-US" dirty="0" sz="1800"/>
              <a:t>| o1_style | Stylized creative tokens and constraints |</a:t>
            </a:r>
          </a:p>
          <a:p>
            <a:r>
              <a:rPr lang="en-US" dirty="0" sz="1800"/>
              <a:t>| meta | Meta Prompting — generate the internal prompt |</a:t>
            </a:r>
          </a:p>
          <a:p>
            <a:r>
              <a:rPr lang="en-US" dirty="0" sz="1800"/>
              <a:t>| variational | VARI — multiple candidates + selection criteria |</a:t>
            </a:r>
          </a:p>
          <a:p>
            <a:r>
              <a:rPr lang="en-US" dirty="0" sz="1800"/>
              <a:t>| q_star | Q* — iterative query refinement |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3 Platform Adapters:</a:t>
            </a:r>
          </a:p>
          <a:p>
            <a:r>
              <a:rPr lang="en-US" dirty="0" sz="1800"/>
              <a:t>| Method | Description |</a:t>
            </a:r>
          </a:p>
          <a:p>
            <a:r>
              <a:rPr lang="en-US" dirty="0" sz="1800"/>
              <a:t>|--------|-------------|</a:t>
            </a:r>
          </a:p>
          <a:p>
            <a:r>
              <a:rPr lang="en-US" dirty="0" sz="1800"/>
              <a:t>| openai | OpenAI/GPT system+user adapter |</a:t>
            </a:r>
          </a:p>
          <a:p>
            <a:r>
              <a:rPr lang="en-US" dirty="0" sz="1800"/>
              <a:t>| claude | Anthropic Claude adapter |</a:t>
            </a:r>
          </a:p>
          <a:p>
            <a:r>
              <a:rPr lang="en-US" dirty="0" sz="1800"/>
              <a:t>| microsoft | Microsoft Azure AI adapter |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13: Prompt Optimization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Usage Examples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TUI Slash Commands:</a:t>
            </a:r>
          </a:p>
          <a:p>
            <a:r>
              <a:rPr lang="en-US" dirty="0" sz="1800"/>
              <a:t>  /opt help                           — Show method table</a:t>
            </a:r>
          </a:p>
          <a:p>
            <a:r>
              <a:rPr lang="en-US" dirty="0" sz="1800"/>
              <a:t>  /opt co_star Explain Rust lifetimes  — CO-STAR framework</a:t>
            </a:r>
          </a:p>
          <a:p>
            <a:r>
              <a:rPr lang="en-US" dirty="0" sz="1800"/>
              <a:t>  /opt cot Solve the two-sum problem   — Chain-of-Thought</a:t>
            </a:r>
          </a:p>
          <a:p>
            <a:r>
              <a:rPr lang="en-US" dirty="0" sz="1800"/>
              <a:t>  /opt draw A futuristic city at sunset — Image prompt</a:t>
            </a:r>
          </a:p>
          <a:p>
            <a:r>
              <a:rPr lang="en-US" dirty="0" sz="1800"/>
              <a:t>  /opt openai Write a REST API         — OpenAI adapter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HTTP API:</a:t>
            </a:r>
          </a:p>
          <a:p>
            <a:r>
              <a:rPr lang="en-US" dirty="0" sz="1800"/>
              <a:t>  curl -s -X POST http://localhost:9100/opt \</a:t>
            </a:r>
          </a:p>
          <a:p>
            <a:r>
              <a:rPr lang="en-US" dirty="0" sz="1800"/>
              <a:t>    -H "Authorization: Bearer $RAGENT_TOKEN" \</a:t>
            </a:r>
          </a:p>
          <a:p>
            <a:r>
              <a:rPr lang="en-US" dirty="0" sz="1800"/>
              <a:t>    -H "Content-Type: application/json" \</a:t>
            </a:r>
          </a:p>
          <a:p>
            <a:r>
              <a:rPr lang="en-US" dirty="0" sz="1800"/>
              <a:t>    -d '{"method":"co_star","prompt":"Explain Rust lifetimes"}'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Unique Capabilities:</a:t>
            </a:r>
          </a:p>
          <a:p>
            <a:r>
              <a:rPr lang="en-US" dirty="0" sz="1800"/>
              <a:t>• Zero LLM cost — all transformations are local, no API call</a:t>
            </a:r>
          </a:p>
          <a:p>
            <a:r>
              <a:rPr lang="en-US" dirty="0" sz="1800"/>
              <a:t>• Instant results — structured output in milliseconds</a:t>
            </a:r>
          </a:p>
          <a:p>
            <a:r>
              <a:rPr lang="en-US" dirty="0" sz="1800"/>
              <a:t>• 12 frameworks — covers reasoning, creative, and platform-specific needs</a:t>
            </a:r>
          </a:p>
          <a:p>
            <a:r>
              <a:rPr lang="en-US" dirty="0" sz="1800"/>
              <a:t>• Composable — chain methods for compound optimization</a:t>
            </a:r>
          </a:p>
          <a:p>
            <a:r>
              <a:rPr lang="en-US" dirty="0" sz="1800"/>
              <a:t>• Accessible everywhere — TUI, CLI, and REST API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TUI showing /opt co_star result with structured prompt output</a:t>
            </a:r>
          </a:p>
          <a:p>
            <a:r>
              <a:rPr lang="en-US" dirty="0" sz="1800"/>
              <a:t>Prompt to create: Run /opt co_star on a prompt, show the structured framework output in chat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14: Snapshot &amp; Undo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creates file snapshots before every edit, enabling safe rollback of changes.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How It Works:</a:t>
            </a:r>
          </a:p>
          <a:p>
            <a:r>
              <a:rPr lang="en-US" dirty="0" sz="1800"/>
              <a:t>1. Before any file write/edit, ragent captures a snapshot</a:t>
            </a:r>
          </a:p>
          <a:p>
            <a:r>
              <a:rPr lang="en-US" dirty="0" sz="1800"/>
              <a:t>2. Snapshots are stored in SQLite alongside session data</a:t>
            </a:r>
          </a:p>
          <a:p>
            <a:r>
              <a:rPr lang="en-US" dirty="0" sz="1800"/>
              <a:t>3. Only changed content is stored (using similar diffs)</a:t>
            </a:r>
          </a:p>
          <a:p>
            <a:r>
              <a:rPr lang="en-US" dirty="0" sz="1800"/>
              <a:t>4. Rollback restores the file to its pre-edit state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Incremental Snapshots:</a:t>
            </a:r>
          </a:p>
          <a:p>
            <a:r>
              <a:rPr lang="en-US" dirty="0" sz="1800"/>
              <a:t>• Not full copies — only changed files are stored</a:t>
            </a:r>
          </a:p>
          <a:p>
            <a:r>
              <a:rPr lang="en-US" dirty="0" sz="1800"/>
              <a:t>• Uses the 'similar' crate for efficient diffs</a:t>
            </a:r>
          </a:p>
          <a:p>
            <a:r>
              <a:rPr lang="en-US" dirty="0" sz="1800"/>
              <a:t>• Snapshots are per-session, tied to step numbers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Use Cases:</a:t>
            </a:r>
          </a:p>
          <a:p>
            <a:r>
              <a:rPr lang="en-US" dirty="0" sz="1800"/>
              <a:t>• Agent makes an incorrect edit — undo to previous version</a:t>
            </a:r>
          </a:p>
          <a:p>
            <a:r>
              <a:rPr lang="en-US" dirty="0" sz="1800"/>
              <a:t>• Experiment with refactoring — snapshot, try, rollback if needed</a:t>
            </a:r>
          </a:p>
          <a:p>
            <a:r>
              <a:rPr lang="en-US" dirty="0" sz="1800"/>
              <a:t>• Review agent changes — compare before/after at each step</a:t>
            </a:r>
          </a:p>
          <a:p>
            <a:r>
              <a:rPr lang="en-US" dirty="0" sz="1800"/>
              <a:t>• Safe automation — always have a recovery point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14: Snapshot &amp; Undo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Technical Details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Snapshot Storage:</a:t>
            </a:r>
          </a:p>
          <a:p>
            <a:r>
              <a:rPr lang="en-US" dirty="0" sz="1800"/>
              <a:t>  Snapshots are stored in the SQLite database (ragent.db)</a:t>
            </a:r>
          </a:p>
          <a:p>
            <a:r>
              <a:rPr lang="en-US" dirty="0" sz="1800"/>
              <a:t>  Each snapshot records:</a:t>
            </a:r>
          </a:p>
          <a:p>
            <a:r>
              <a:rPr lang="en-US" dirty="0" sz="1800"/>
              <a:t>  • File path</a:t>
            </a:r>
          </a:p>
          <a:p>
            <a:r>
              <a:rPr lang="en-US" dirty="0" sz="1800"/>
              <a:t>  • Original content (or diff from previous)</a:t>
            </a:r>
          </a:p>
          <a:p>
            <a:r>
              <a:rPr lang="en-US" dirty="0" sz="1800"/>
              <a:t>  • Session ID and step number</a:t>
            </a:r>
          </a:p>
          <a:p>
            <a:r>
              <a:rPr lang="en-US" dirty="0" sz="1800"/>
              <a:t>  • Timestamp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Incremental Approach:</a:t>
            </a:r>
          </a:p>
          <a:p>
            <a:r>
              <a:rPr lang="en-US" dirty="0" sz="1800"/>
              <a:t>  ┌─────────┐     ┌─────────┐     ┌─────────┐</a:t>
            </a:r>
          </a:p>
          <a:p>
            <a:r>
              <a:rPr lang="en-US" dirty="0" sz="1800"/>
              <a:t>  │ Step 1  │────►│ Step 2  │────►│ Step 3  │</a:t>
            </a:r>
          </a:p>
          <a:p>
            <a:r>
              <a:rPr lang="en-US" dirty="0" sz="1800"/>
              <a:t>  │ (full) │     │ (diff)  │     │ (diff)  │</a:t>
            </a:r>
          </a:p>
          <a:p>
            <a:r>
              <a:rPr lang="en-US" dirty="0" sz="1800"/>
              <a:t>  └─────────┘     └───���─────┘     └─────────┘</a:t>
            </a:r>
          </a:p>
          <a:p>
            <a:r>
              <a:rPr lang="en-US" dirty="0" sz="1800"/>
              <a:t>  Only first snapshot is full; subsequent are diffs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Performance:</a:t>
            </a:r>
          </a:p>
          <a:p>
            <a:r>
              <a:rPr lang="en-US" dirty="0" sz="1800"/>
              <a:t>  • Diff-based storage — minimal disk usage</a:t>
            </a:r>
          </a:p>
          <a:p>
            <a:r>
              <a:rPr lang="en-US" dirty="0" sz="1800"/>
              <a:t>  • LRU file-read cache — avoids redundant I/O</a:t>
            </a:r>
          </a:p>
          <a:p>
            <a:r>
              <a:rPr lang="en-US" dirty="0" sz="1800"/>
              <a:t>  • Async storage writes — non-blocking via spawn_blocking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TUI showing snapshot/undo comparison of a file before and after edit</a:t>
            </a:r>
          </a:p>
          <a:p>
            <a:r>
              <a:rPr lang="en-US" dirty="0" sz="1800"/>
              <a:t>Prompt to create: Agent edits a file, show the diff view with before/after comparison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15: Skills System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Skills are reusable task packages that enhance the agent's capabilities. They support both user-initiated invocation (slash commands) and agent auto-invocation (via LLM reasoning).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4 Bundled Skills: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| Skill | Description | Usage |</a:t>
            </a:r>
          </a:p>
          <a:p>
            <a:r>
              <a:rPr lang="en-US" dirty="0" sz="1800"/>
              <a:t>|-------|-------------|-------|</a:t>
            </a:r>
          </a:p>
          <a:p>
            <a:r>
              <a:rPr lang="en-US" dirty="0" sz="1800"/>
              <a:t>| /simplify | Reviews recently changed files for code quality | User &amp; agent |</a:t>
            </a:r>
          </a:p>
          <a:p>
            <a:r>
              <a:rPr lang="en-US" dirty="0" sz="1800"/>
              <a:t>| /batch | Orchestrates large-scale parallel changes | User &amp; agent |</a:t>
            </a:r>
          </a:p>
          <a:p>
            <a:r>
              <a:rPr lang="en-US" dirty="0" sz="1800"/>
              <a:t>| /debug | Troubleshoots by reading debug logs | User &amp; agent |</a:t>
            </a:r>
          </a:p>
          <a:p>
            <a:r>
              <a:rPr lang="en-US" dirty="0" sz="1800"/>
              <a:t>| /loop | Runs a prompt repeatedly on interval | User only |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Custom Skills:</a:t>
            </a:r>
          </a:p>
          <a:p>
            <a:r>
              <a:rPr lang="en-US" dirty="0" sz="1800"/>
              <a:t>  Create in .ragent/skills/&lt;name&gt;/SKILL.md</a:t>
            </a:r>
          </a:p>
          <a:p>
            <a:r>
              <a:rPr lang="en-US" dirty="0" sz="1800"/>
              <a:t>  Supports YAML frontmatter for configuration</a:t>
            </a:r>
          </a:p>
          <a:p>
            <a:r>
              <a:rPr lang="en-US" dirty="0" sz="1800"/>
              <a:t>  Available project-local or user-global (~/.ragent/skills/)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Feature 15: Skills System (cont.)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Skill Features &amp; Custom Skill Example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Skill Configuration (YAML frontmatter):</a:t>
            </a:r>
          </a:p>
          <a:p>
            <a:r>
              <a:rPr lang="en-US" dirty="0" sz="1800"/>
              <a:t>• name — Skill identifier</a:t>
            </a:r>
          </a:p>
          <a:p>
            <a:r>
              <a:rPr lang="en-US" dirty="0" sz="1800"/>
              <a:t>• description — What the skill does</a:t>
            </a:r>
          </a:p>
          <a:p>
            <a:r>
              <a:rPr lang="en-US" dirty="0" sz="1800"/>
              <a:t>• argument-hint — Usage hint for arguments</a:t>
            </a:r>
          </a:p>
          <a:p>
            <a:r>
              <a:rPr lang="en-US" dirty="0" sz="1800"/>
              <a:t>• agent — Which agent to use (default: general)</a:t>
            </a:r>
          </a:p>
          <a:p>
            <a:r>
              <a:rPr lang="en-US" dirty="0" sz="1800"/>
              <a:t>• context — fork (isolated subagent) or default</a:t>
            </a:r>
          </a:p>
          <a:p>
            <a:r>
              <a:rPr lang="en-US" dirty="0" sz="1800"/>
              <a:t>• model — Override model for this skill</a:t>
            </a:r>
          </a:p>
          <a:p>
            <a:r>
              <a:rPr lang="en-US" dirty="0" sz="1800"/>
              <a:t>• allowed-tools — Restrict tools available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Custom Skill Example:</a:t>
            </a:r>
          </a:p>
          <a:p>
            <a:r>
              <a:rPr lang="en-US" dirty="0" sz="1800"/>
              <a:t>  mkdir -p .ragent/skills/deploy</a:t>
            </a:r>
          </a:p>
          <a:p>
            <a:r>
              <a:rPr lang="en-US" dirty="0" sz="1800"/>
              <a:t>  ---</a:t>
            </a:r>
          </a:p>
          <a:p>
            <a:r>
              <a:rPr lang="en-US" dirty="0" sz="1800"/>
              <a:t>  name: deploy</a:t>
            </a:r>
          </a:p>
          <a:p>
            <a:r>
              <a:rPr lang="en-US" dirty="0" sz="1800"/>
              <a:t>  description: Deploy the application to production</a:t>
            </a:r>
          </a:p>
          <a:p>
            <a:r>
              <a:rPr lang="en-US" dirty="0" sz="1800"/>
              <a:t>  argument-hint: "[environment]"</a:t>
            </a:r>
          </a:p>
          <a:p>
            <a:r>
              <a:rPr lang="en-US" dirty="0" sz="1800"/>
              <a:t>  agent: build</a:t>
            </a:r>
          </a:p>
          <a:p>
            <a:r>
              <a:rPr lang="en-US" dirty="0" sz="1800"/>
              <a:t>  context: fork</a:t>
            </a:r>
          </a:p>
          <a:p>
            <a:r>
              <a:rPr lang="en-US" dirty="0" sz="1800"/>
              <a:t>  ---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  Deploy to $0:</a:t>
            </a:r>
          </a:p>
          <a:p>
            <a:r>
              <a:rPr lang="en-US" dirty="0" sz="1800"/>
              <a:t>  1. Run tests: cargo test --release</a:t>
            </a:r>
          </a:p>
          <a:p>
            <a:r>
              <a:rPr lang="en-US" dirty="0" sz="1800"/>
              <a:t>  2. Build: cargo build --release</a:t>
            </a:r>
          </a:p>
          <a:p>
            <a:r>
              <a:rPr lang="en-US" dirty="0" sz="1800"/>
              <a:t>  3. Deploy to $ARGUMENTS</a:t>
            </a:r>
          </a:p>
          <a:p>
            <a:r>
              <a:rPr lang="en-US" dirty="0" sz="1800"/>
              <a:t>  4. Verify deployment succeeded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Dynamic Features:</a:t>
            </a:r>
          </a:p>
          <a:p>
            <a:r>
              <a:rPr lang="en-US" dirty="0" sz="1800"/>
              <a:t>• $0, $ARGUMENTS[N] — Argument substitution</a:t>
            </a:r>
          </a:p>
          <a:p>
            <a:r>
              <a:rPr lang="en-US" dirty="0" sz="1800"/>
              <a:t>• !`command` — Execute shell commands and inject output</a:t>
            </a:r>
          </a:p>
          <a:p>
            <a:r>
              <a:rPr lang="en-US" dirty="0" sz="1800"/>
              <a:t>• ${RAGENT_SESSION_ID} — Session variable</a:t>
            </a:r>
          </a:p>
          <a:p>
            <a:r>
              <a:rPr lang="en-US" dirty="0" sz="1800"/>
              <a:t>• context: fork — Run in isolated subagent context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[SCREENSHOT PLACEHOLDER]</a:t>
            </a:r>
          </a:p>
          <a:p>
            <a:r>
              <a:rPr lang="en-US" dirty="0" sz="1800"/>
              <a:t>Description: TUI showing /simplify skill running on recently changed files</a:t>
            </a:r>
          </a:p>
          <a:p>
            <a:r>
              <a:rPr lang="en-US" dirty="0" sz="1800"/>
              <a:t>Prompt to create: Run /simplify on a file, show the quality review output in chat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Bonus: Event Bus Architecture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ragent's internal event bus provides real-time pub/sub communication between all components.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Architecture:</a:t>
            </a:r>
          </a:p>
          <a:p>
            <a:r>
              <a:rPr lang="en-US" dirty="0" sz="1800"/>
              <a:t>  ┌──────────┐    ┌──────────────┐    ┌──────────────┐</a:t>
            </a:r>
          </a:p>
          <a:p>
            <a:r>
              <a:rPr lang="en-US" dirty="0" sz="1800"/>
              <a:t>  │   TUI    │◄──►│  Event Bus   │◄──►│ HTTP Server  │</a:t>
            </a:r>
          </a:p>
          <a:p>
            <a:r>
              <a:rPr lang="en-US" dirty="0" sz="1800"/>
              <a:t>  └──────────┘    └──────┬───────┘    └──────────────┘</a:t>
            </a:r>
          </a:p>
          <a:p>
            <a:r>
              <a:rPr lang="en-US" dirty="0" sz="1800"/>
              <a:t>                         │</a:t>
            </a:r>
          </a:p>
          <a:p>
            <a:r>
              <a:rPr lang="en-US" dirty="0" sz="1800"/>
              <a:t>                         ▼</a:t>
            </a:r>
          </a:p>
          <a:p>
            <a:r>
              <a:rPr lang="en-US" dirty="0" sz="1800"/>
              <a:t>                  ┌──────────────┐</a:t>
            </a:r>
          </a:p>
          <a:p>
            <a:r>
              <a:rPr lang="en-US" dirty="0" sz="1800"/>
              <a:t>                  │  Session     │</a:t>
            </a:r>
          </a:p>
          <a:p>
            <a:r>
              <a:rPr lang="en-US" dirty="0" sz="1800"/>
              <a:t>                  │  Processor   │</a:t>
            </a:r>
          </a:p>
          <a:p>
            <a:r>
              <a:rPr lang="en-US" dirty="0" sz="1800"/>
              <a:t>                  └──────────────┘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Event Types:</a:t>
            </a:r>
          </a:p>
          <a:p>
            <a:r>
              <a:rPr lang="en-US" dirty="0" sz="1800"/>
              <a:t>• MessageReceived — new user message</a:t>
            </a:r>
          </a:p>
          <a:p>
            <a:r>
              <a:rPr lang="en-US" dirty="0" sz="1800"/>
              <a:t>• ToolCallStarted / ToolCallCompleted — tool lifecycle</a:t>
            </a:r>
          </a:p>
          <a:p>
            <a:r>
              <a:rPr lang="en-US" dirty="0" sz="1800"/>
              <a:t>• SessionCreated / SessionUpdated — session events</a:t>
            </a:r>
          </a:p>
          <a:p>
            <a:r>
              <a:rPr lang="en-US" dirty="0" sz="1800"/>
              <a:t>• TeammateSpawned / TeammateIdle — team events</a:t>
            </a:r>
          </a:p>
          <a:p>
            <a:r>
              <a:rPr lang="en-US" dirty="0" sz="1800"/>
              <a:t>• ProviderHealthChanged — provider status</a:t>
            </a:r>
          </a:p>
          <a:p>
            <a:r>
              <a:rPr lang="en-US" dirty="0" sz="1800"/>
              <a:t>• FileChanged — code index updates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Benefits:</a:t>
            </a:r>
          </a:p>
          <a:p>
            <a:r>
              <a:rPr lang="en-US" dirty="0" sz="1800"/>
              <a:t>• Decoupled architecture — components don't depend on each other</a:t>
            </a:r>
          </a:p>
          <a:p>
            <a:r>
              <a:rPr lang="en-US" dirty="0" sz="1800"/>
              <a:t>• Real-time UI updates — TUI reflects state changes instantly</a:t>
            </a:r>
          </a:p>
          <a:p>
            <a:r>
              <a:rPr lang="en-US" dirty="0" sz="1800"/>
              <a:t>• Multi-frontend support — TUI and HTTP server share events</a:t>
            </a:r>
          </a:p>
          <a:p>
            <a:r>
              <a:rPr lang="en-US" dirty="0" sz="1800"/>
              <a:t>• Extensible — new components subscribe to existing events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Bonus: Project Guidelines (AGENTS.md)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Overview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ragent auto-loads AGENTS.md from the project root into the system prompt, ensuring agents follow project-specific conventions automatically.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How It Works:</a:t>
            </a:r>
          </a:p>
          <a:p>
            <a:r>
              <a:rPr lang="en-US" dirty="0" sz="1800"/>
              <a:t>1. On session start, ragent reads AGENTS.md from the working directory</a:t>
            </a:r>
          </a:p>
          <a:p>
            <a:r>
              <a:rPr lang="en-US" dirty="0" sz="1800"/>
              <a:t>2. Content is injected into the system prompt for multi-step agents</a:t>
            </a:r>
          </a:p>
          <a:p>
            <a:r>
              <a:rPr lang="en-US" dirty="0" sz="1800"/>
              <a:t>3. The agent acknowledges the guidelines before processing</a:t>
            </a:r>
          </a:p>
          <a:p>
            <a:r>
              <a:rPr lang="en-US" dirty="0" sz="1800"/>
              <a:t>4. All subsequent actions follow the project conventions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Example AGENTS.md:</a:t>
            </a:r>
          </a:p>
          <a:p>
            <a:r>
              <a:rPr lang="en-US" dirty="0" sz="1800"/>
              <a:t>  # Agent Guidelines for Rust apps</a:t>
            </a:r>
          </a:p>
          <a:p>
            <a:r>
              <a:rPr lang="en-US" dirty="0" sz="1800"/>
              <a:t>  - Language: Rust edition 2021</a:t>
            </a:r>
          </a:p>
          <a:p>
            <a:r>
              <a:rPr lang="en-US" dirty="0" sz="1800"/>
              <a:t>  - Use cargo build for builds (timeout 600s)</a:t>
            </a:r>
          </a:p>
          <a:p>
            <a:r>
              <a:rPr lang="en-US" dirty="0" sz="1800"/>
              <a:t>  - Tests go in tests/ directories, not inline</a:t>
            </a:r>
          </a:p>
          <a:p>
            <a:r>
              <a:rPr lang="en-US" dirty="0" sz="1800"/>
              <a:t>  - Use tracing for logging, never println!</a:t>
            </a:r>
          </a:p>
          <a:p>
            <a:r>
              <a:rPr lang="en-US" dirty="0" sz="1800"/>
              <a:t>  - snake_case for functions, PascalCase for types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Unique Benefits:</a:t>
            </a:r>
          </a:p>
          <a:p>
            <a:r>
              <a:rPr lang="en-US" dirty="0" sz="1800"/>
              <a:t>• Zero-config project conventions — just add AGENTS.md</a:t>
            </a:r>
          </a:p>
          <a:p>
            <a:r>
              <a:rPr lang="en-US" dirty="0" sz="1800"/>
              <a:t>• Agent-aware — the AI reads and follows your rules</a:t>
            </a:r>
          </a:p>
          <a:p>
            <a:r>
              <a:rPr lang="en-US" dirty="0" sz="1800"/>
              <a:t>• Per-project customization — different rules for different repos</a:t>
            </a:r>
          </a:p>
          <a:p>
            <a:r>
              <a:rPr lang="en-US" dirty="0" sz="1800"/>
              <a:t>• Team consistency — all developers get the same agent behavior</a:t>
            </a:r>
          </a:p>
          <a:p>
            <a:r>
              <a:rPr lang="en-US" dirty="0" sz="1800"/>
              <a:t>• Living document — update AGENTS.md as conventions evolve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/>
              <a:t>Summary &amp; Call for Contributors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 wrap="square" rtlCol="0">
            <a:normAutofit/>
          </a:bodyPr>
          <a:lstStyle/>
          <a:p>
            <a:r>
              <a:rPr lang="en-US" dirty="0" sz="1800"/>
              <a:t>ragent — AI Coding Agent for the Terminal, Built in Rust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15 Key Features:</a:t>
            </a:r>
          </a:p>
          <a:p>
            <a:r>
              <a:rPr lang="en-US" dirty="0" sz="1800"/>
              <a:t>✓ Multi-Provider LLM Support (5 providers)</a:t>
            </a:r>
          </a:p>
          <a:p>
            <a:r>
              <a:rPr lang="en-US" dirty="0" sz="1800"/>
              <a:t>✓ Code Index (tree-sitter + Tantivy)</a:t>
            </a:r>
          </a:p>
          <a:p>
            <a:r>
              <a:rPr lang="en-US" dirty="0" sz="1800"/>
              <a:t>✓ SWARM Mode / Teams</a:t>
            </a:r>
          </a:p>
          <a:p>
            <a:r>
              <a:rPr lang="en-US" dirty="0" sz="1800"/>
              <a:t>✓ SubAgents (background parallel execution)</a:t>
            </a:r>
          </a:p>
          <a:p>
            <a:r>
              <a:rPr lang="en-US" dirty="0" sz="1800"/>
              <a:t>✓ Structured Memory System</a:t>
            </a:r>
          </a:p>
          <a:p>
            <a:r>
              <a:rPr lang="en-US" dirty="0" sz="1800"/>
              <a:t>✓ 26+ Built-in Tools</a:t>
            </a:r>
          </a:p>
          <a:p>
            <a:r>
              <a:rPr lang="en-US" dirty="0" sz="1800"/>
              <a:t>✓ Terminal UI with slash commands</a:t>
            </a:r>
          </a:p>
          <a:p>
            <a:r>
              <a:rPr lang="en-US" dirty="0" sz="1800"/>
              <a:t>✓ HTTP Server &amp; REST + SSE API</a:t>
            </a:r>
          </a:p>
          <a:p>
            <a:r>
              <a:rPr lang="en-US" dirty="0" sz="1800"/>
              <a:t>✓ Session Management (SQLite)</a:t>
            </a:r>
          </a:p>
          <a:p>
            <a:r>
              <a:rPr lang="en-US" dirty="0" sz="1800"/>
              <a:t>✓ Permission System</a:t>
            </a:r>
          </a:p>
          <a:p>
            <a:r>
              <a:rPr lang="en-US" dirty="0" sz="1800"/>
              <a:t>✓ Agent Presets &amp; Custom Agents</a:t>
            </a:r>
          </a:p>
          <a:p>
            <a:r>
              <a:rPr lang="en-US" dirty="0" sz="1800"/>
              <a:t>✓ Prompt Optimization (12 frameworks)</a:t>
            </a:r>
          </a:p>
          <a:p>
            <a:r>
              <a:rPr lang="en-US" dirty="0" sz="1800"/>
              <a:t>✓ Snapshot &amp; Undo</a:t>
            </a:r>
          </a:p>
          <a:p>
            <a:r>
              <a:rPr lang="en-US" dirty="0" sz="1800"/>
              <a:t>✓ Skills System</a:t>
            </a:r>
          </a:p>
          <a:p>
            <a:r>
              <a:rPr lang="en-US" dirty="0" sz="1800"/>
              <a:t>✓ Event Bus Architecture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We Need Contributors!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GitHub: https://github.com/thawkins/ragent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Areas to Contribute:</a:t>
            </a:r>
          </a:p>
          <a:p>
            <a:r>
              <a:rPr lang="en-US" dirty="0" sz="1800"/>
              <a:t>• New LLM provider integrations</a:t>
            </a:r>
          </a:p>
          <a:p>
            <a:r>
              <a:rPr lang="en-US" dirty="0" sz="1800"/>
              <a:t>• Additional tree-sitter language parsers</a:t>
            </a:r>
          </a:p>
          <a:p>
            <a:r>
              <a:rPr lang="en-US" dirty="0" sz="1800"/>
              <a:t>• IDE extensions (VS Code, JetBrains)</a:t>
            </a:r>
          </a:p>
          <a:p>
            <a:r>
              <a:rPr lang="en-US" dirty="0" sz="1800"/>
              <a:t>• Documentation and tutorials</a:t>
            </a:r>
          </a:p>
          <a:p>
            <a:r>
              <a:rPr lang="en-US" dirty="0" sz="1800"/>
              <a:t>• Performance benchmarks and optimization</a:t>
            </a:r>
          </a:p>
          <a:p>
            <a:r>
              <a:rPr lang="en-US" dirty="0" sz="1800"/>
              <a:t>• Test coverage improvements</a:t>
            </a:r>
          </a:p>
          <a:p>
            <a:r>
              <a:rPr lang="en-US" dirty="0" sz="1800"/>
              <a:t>• UI/UX enhancements</a:t>
            </a:r>
          </a:p>
          <a:p>
            <a:r>
              <a:rPr lang="en-US" dirty="0" sz="1800"/>
              <a:t/>
            </a:r>
          </a:p>
          <a:p>
            <a:r>
              <a:rPr lang="en-US" dirty="0" sz="1800"/>
              <a:t>License: MIT — Open Source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
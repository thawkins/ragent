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56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AI Coding Agent for the Terminal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Built in Rust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Binary deliverable, no install dependencies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v0.1.0-alpha.31 - 24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April 2026  - Tim.Hawkins@lseg.com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Overview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is a Rust coding agent inspired by other Coding Agents such as OpenCode, Copilot-cli, ClaudeCode, Roocode etc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an open-source open-source AI coding agent.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provides multi-provider LLM orchestration, a built-in tool system, a terminal UI, and a client/server architecture, all compiled into a single statically-linked binary with no runtime dependencies.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Enhanced Productivity — automate routine coding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Improved Code Quality — built-in review and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Accelerated Learning — intelligent code-code base exploration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Reduced Cognitive Load — focus on high-level problem solving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Flexible Integration — TUI or HTTP API, your choice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Technology Stack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Language &amp;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Rust Edition 2024 (requires Rust 1.85+)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Tokio async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Single statically-linked binary, zero runtime dependencies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ratatui + crossterm — Terminal UI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axum — HTTP server with SSE streaming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rusqlite — SQLite for persistent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tree-sitter — Multi-language code parsing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Tantivy — Full-text search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serde / serde_json — Serialization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rmcp — MCP (Model Context Protocol) SDK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Cargo workspace with 5 crates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Criterion benchmarks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CI-ready with clippy + rustfmt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ragent Is Structured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560" y="1143000"/>
            <a:ext cx="822924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 — Cargo Workspace with 4 Crates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" name=""/>
          <p:cNvGraphicFramePr/>
          <p:nvPr/>
        </p:nvGraphicFramePr>
        <p:xfrm>
          <a:off x="1296000" y="1859760"/>
          <a:ext cx="5075280" cy="2077560"/>
        </p:xfrm>
        <a:graphic>
          <a:graphicData uri="http://schemas.openxmlformats.org/drawingml/2006/table">
            <a:tbl>
              <a:tblPr/>
              <a:tblGrid>
                <a:gridCol w="1474200"/>
                <a:gridCol w="531324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Cratelodel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Purpose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ragent-core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Types, storage, config, model providers, agent tools, agents, sessions, event bus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ragent-code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Codebase indexing: tree-sitter, SQLite, Tantivy FTS, file watcher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ragent-server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Axum HTTP routes, SSE streaming, REST APIs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ragent-tui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Ratatui terminal interface, Window and interface layout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prompt_opt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Prompt optimization tools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ragent Is Structured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&amp; Release Process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 from source: Requires latest Rust runtime and tool-chain installed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git clone https://github.com/thawkins/ragent.git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cd ragent &amp;&amp; cargo build --release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Binary: target/release/ragent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 Optimisations: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DashMap replaces RwLock&lt;HashMap&gt; — reduces lock contention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LRU file-read cache (256-entry, mtime-keyed) — avoids redundant I/O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Rayon parallel glob walk — large directory trees, used I CodeIndex system, parse 500 files in 3 seconds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Incremental snapshots — stores only changed files and edits via similar diffs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Async storage writes via tokio::task::spawn_blocking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Benchmarks: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cargo bench -p ragent-core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cargo bench -p ragent-code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Quality: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cargo clippy &amp;&amp; cargo fmt --check &amp;&amp; cargo 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 Key Features of ragent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1. Multi-Provider LLM Support 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List of Providers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Code Index – fast code lookups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SWARM Mode (Teams), automated agent teams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SubAgents, parallelized actions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Memory System, retain code base knowledge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Terminal UI (TUI), can be accessed via terminal or ssh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HTTP Server &amp; REST API, adds metrics endpoints for performance 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9. Comprehensive Tool System, almost 80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10. Session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11. Permission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12. Agent Presets &amp; Custom Agents, uses open standards for defining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 Prompt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 Snapshot &amp; Undo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15. Skills System uses open standards for defining skills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Unique Highlights: Code Index with tree-sitter, SWARM Teams, Structured Memory, 12 Prompt Frameworks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1: Multi-Provider LLM Support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natively integrates with multiple LLM providers out of the box: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Anthropic (Claude) - claude-sonnet-4, claude-3.5-haiku,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OpenAI (GPT) - gpt-4o, gpt-4-turbo,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GitHub Copilot - auto-discovers token from IDE, no API key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Ollama - local models, zero API key, full privacy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Ollama Cloud – Low cost open weights cloud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Google Vertex Gemini Models – Google LLM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Generic OpenAI — any OpenAI-compatible endpoint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Extensible Provider Trait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providers can be added by implementing the Provider trait: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async fn complete() — send chat completion request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async fn list_models() — return available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fn name() — unique provider identifier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Configuration is via ragent.json, environment variables, or the interactive TUI provider dialog (press 'p' on home screen).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1: Multi-Provider LLM Support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Provider Configuration 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Anthropic: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export ANTHROPIC_API_KEY="sk-ant-..."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auth anthropic sk-ant-your-key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OpenAI: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export OPENAI_API_KEY="sk-..."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auth openai sk-your-key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Copilot: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 Auto-discovers if Copilot is configured in VS Code/JetBrains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run --model copilot/gpt-4o "Explain this code"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Ollama (Local):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ollama serve &amp;&amp; ollama pull llama3.2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 Auto-detects at localhost:11434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Generic OpenAI: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"provider":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"generic_openai":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"env": ["GENERIC_OPENAI_API_KEY"],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"api": { "base_url": "http://127.0.0.1:8080"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 Indicators: ● green (reachable) ✗ red (unreachable) ● yellow (checking)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2: Code Index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includes an automatic codebase indexing system powered by tree-sitter and Tantivy. It provides structured search across all indexed source files — symbols, references, dependencies, and documentation.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It Works: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tree-sitter parsers extract symbols (functions, structs, enums, traits, etc.)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SQLite stores parsed symbol data with file-level granularity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Tantivy provides full-text search with ranking and filtering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File watcher triggers incremental updates on code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LLM-accessible tools expose index to the AI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Supported Languages: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Rust, Python, TypeScript/JavaScript, Go, C/C++, Java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Other languages are available https://github.com/nvim-treesitter/nvim-treesitter/blob/main/SUPPORTED_LANGUAGES.md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Enable/Disable: /codeindex on | off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 Index Tools for LLM Access: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codeindex_search — Find symbols by name/keyword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codeindex_symbols — List symbols in a file or across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codeindex_references — Find all usages of a symbol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codeindex_dependencies — Query file-level import/dependency graph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codeindex_status — Show index health and statistics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2: Code Index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Unique Capabilities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makes ragent's Code Index unique: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Multi-language tree-sitter parsing — not just text search, real AST understanding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Incremental updates via file watcher — re-indexes only changed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LLM-native tools — the AI agent can query the index directly during conversations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Symbol-level search — find functions, types, traits by name, not just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Reference tracking — find all callers/usages across the codebase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Dependency graph — understand which files import what, and what depends on a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Combined with LSP — semantic code intelligence alongside index 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Usage in Chat: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User: "Where is the Tool trait defined?"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uses codeindex_search → finds Tool in crates/ragent-core/src/tool/mod.rs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User: "Who calls the execute method?"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uses codeindex_references → finds all 30+ call sites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User: "What does ragent-core depend on?"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uses codeindex_dependencies → shows imports tree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The ragent TUI showing a codeindex_search result in the chat panel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Open ragent, run a code search for 'SessionProcessor', show the results panel with file locations and symbol kinds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3: SWARM Mode (Teams)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Teams let one ragent session act as a team lead, spawning and coordinating multiple teammate agent sessions that each run in their own context window.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Unlike subagents (ephemeral workers), teammates have: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Persistent named identities — survive across interactions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Direct inter-teammate messaging — not just lead→teammate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Shared task list with file locking — self-coordinating without bottleneck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Blueprint templates — pre-built team configurations with auto-spawning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to Use Teams vs Subagents: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Dimension | Subagents | Teams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|-----------|-----------|-------|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Context | Own; result summarised | Own; fully independent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Communication | Reports to lead only | Teammates message each other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Coordination | Lead manages all | Shared task list; self-coordinating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Persistence | Ephemeral; destroyed on completion | Named; persist until cleanup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Best for | Focused tasks | Complex collaborative work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Token cost | Lower | Higher (scales with teammates)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3: SWARM Mode (Teams) — cont.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 Tools &amp;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Lead-Only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team_create — Create a named team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team_spawn — Spawn teammates with role-specific prompts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team_assign_task — Assign specific tasks to teammates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team_broadcast — Send message to all active teammates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team_approve_plan — Approve/reject teammate plans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team_shutdown_teammate — Gracefully stop a teammate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team_cleanup — Tear down team resources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Shared Tools (Lead + Teammate):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team_message — Direct message to any member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team_task_list — Read all tasks and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team_task_claim — Atomically claim next available task (file-locked)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team_task_complete — Mark task done, unblock dependents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team_read_messages — Read unread inbox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team_submit_plan — Submit plan for lead approval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team_idle — Notify lead of idle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Blueprints: Pre-built team templates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code-review — Security, performance, test reviewers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Place in .ragent/blueprints/teams/&lt;name&gt;/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Define spawn-prompts.json and task-seed.json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showing the Teams panel with lead, 3 teammates, task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Create a team with /team create review-squad, spawn 3 teammates, show the team panel with statuses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4: SubAgents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supports spawning specialized sub-agents for focused tasks. Subagents run in their own context window and return results to the parent session.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Built-in Subagents: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Agent | Purpose | Use Case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|-------|---------|----------|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general | General-purpose coding (default) | Most tasks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build | Build, test, fix compilation errors | Running tests, debugging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plan | Read-only analysis and architecture | Code review, design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explore | Fast codebase search | Finding code, understanding patterns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ask | Quick Q&amp;A without tools | Simple questions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Sub-Agent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new_task — Spawn a background agent (sync or async)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cancel_task — Cancel a running background task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list_tasks — View all running and completed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Background mode — spawn multiple agents concurrently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Foreground mode — block until result returned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Auto result injection — completed task results appear as system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Configurable limits: maxBackgroundAgents: 4, timeout: 3600s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4: SubAgents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Detailed Capabilities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Spawning Background Tasks: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Via Agent Tool (in chat):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User: "Analyze the codebase in parallel"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Agent uses: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new_task agent="explore" task="Find common patterns in src/" background=true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new_task agent="build" task="Run cargo check and list errors" background=true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Via TUI: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/tasks          — Show all running and completed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/tasks cancel ID — Cancel a task by ID prefix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Via REST API: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/sessions/{sid}/tasks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 "agent": "explore", "task": "Analyze auth module", "background": true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Injection: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a background task completes, the result is automatically injected into the parent session as a system message, allowing the agent to act on it in the next iteration.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Concurrency Control: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Maximum 4 concurrent background tasks per 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Configurable timeout (default 1 hour)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Task manager tracks all spawned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showing background task list with status indicators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Spawn 3 background tasks with new_task, show /tasks panel with running/completed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5: Memory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includes a structured memory system that allows agents to persist and recall information across sessions. Memories survive process restarts and are automatically loaded in future sessions.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Scopes: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Project — stored in .ragent/memory/ (project-specific)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 — stored in ~/.ragent/memory/ (global across projects)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Categories: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fact — Verified facts about the codebase or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pattern — Recurring patterns and conventions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preference — User preferences and working styles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insight — Architectural insights and design decisions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error — Known bugs and failure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workflow — Step-by-step procedures and processes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Storage Formats: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Structured memories — stored with category, tags, confidence score (0.0–1.0)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 blocks — named markdown files with YAML frontmatter (e.g., patterns.md, persona.md)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Default MEMORY.md — backward-compatible flat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Embeddings — semantic similarity search when embeddings are enabled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5: Memory System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Tools &amp; Capabilities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 Memory Tools for LLM Access: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memory_store — Store a structured memory with category, tags, confidence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memory_recall — Search memories with keyword/category/confidence filters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memory_search — Semantic similarity search (embeddings) or FTS5 keyword 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memory_read — Read a memory file or named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memory_write — Persist notes to memory files (append or overwrite)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memory_forget — Delete memories by ID or filter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Plus: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memory_replace — Edit specific text in a named memory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memory_migrate — Split flat MEMORY.md into structured blocks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journal_write / journal_read / journal_search — Append-only insight 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Unique Capabilities: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Structured categorization — facts, patterns, preferences, insights, errors, workflows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Confidence scoring — 0.0 (uncertain) to 1.0 (certain)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Semantic search — finds memories by meaning, not just keywords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Cross-session persistence — memories survive restarts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YAML frontmatter blocks — organized, searchable memory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Access tracking — memories increment access counts when recalled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showing memory_search results with relevance scores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Store several memories, then run memory_search for a pattern, show the ranked results panel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6: List of Providers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Supported LLM Providers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ships with 5 built-in provider integrations: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Anthropic (Claude)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Models: claude-sonnet-4-20250514, claude-3.5-haiku, claude-opus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Auth: API key (sk-ant-...) or ragent auth anthropic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Features: Streaming, tool use, extended thinking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OpenAI (GPT)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Models: gpt-4o, gpt-4-turbo, gpt-3.5-turbo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Auth: API key (sk-...) or ragent auth openai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Features: Streaming, function calling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GitHub Copilot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Models: gpt-4o, claude-sonnet-4, o1, etc. (via Copilot infrastructure)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Auth: Auto-discovers from VS Code/JetBrains extension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Features: Zero-config, reasoning level selection, multi-model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Ollama (Local)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Models: llama3.2, codellama, mistral, deepseek-coder,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Auth: None required (local server)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Features: Full privacy, offline, auto-detect at localhost:11434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Generic OpenAI-Compatible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Models: Any model served by an OpenAI-compatible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Auth: Configurable env vars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Features: Custom base_url, supports local/remote endpoints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6: List of Providers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Provider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 Commands: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auth &lt;provider&gt; &lt;key&gt;  — Store API key persistently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models                 — List all registered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models --provider ollama — Filter by provider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config                 — Show resolved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TUI Provider Setup (press 'p' on home screen):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Select a provider (Anthropic, OpenAI, Copilot, Ollama)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Enter API key (Copilot auto-discovers, Ollama needs none)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Choose a model from available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Override: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--model anthropic/claude-sonnet-4-20250514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--model copilot/gpt-4o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--model ollama/llama3.2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 Checking: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● Green — provider is reachable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✗ Red — provider is unreachable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● Yellow — health check in progress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Unique: Copilot auto-discovery means zero-config for GitHub Copilot subscribers — just install the extension and ragent works.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Provider setup dialog showing Anthropic/OpenAI/Copilot/Ollama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Open ragent, press 'p' to show provider dialog, highlight each provider option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7: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Terminal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 (TUI)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features a full-screen terminal UI built with ratatui, providing an immersive coding experience right in your terminal.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UI Elements: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Home screen — provider status, session list, quick start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Chat panel — streaming conversation with the AI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 panel — step-numbered tool calls with pretty-printed 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Agent picker — switch between agent presets with /agent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Teams panel — real-time team status when a team is active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Background tasks panel — monitor spawned sub-agents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Interactive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Provider setup dialog (press 'p')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Slash-command autocomplete (/help, /agent, /team, /opt, etc.)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Agent cycling with Tab / Shift+Tab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Image attachment support (Alt+V) — paste from clipboard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Mouse support — click, scroll, right-click context menu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Keybindings help panel (press '?' on empty input)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Streaming responses with real-time token display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7: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Terminal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 (TUI)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cont.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Slash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/help — Context-sensitive help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/agent [name] — Switch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/team — Team status and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/opt &lt;method&gt; &lt;prompt&gt; — Prompt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/tasks — Background task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/codeindex on|off — Toggle code index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/simplify — Code quality review skill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/debug — Troubleshooting skill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/batch — Parallel batch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/loop — Repeat prompt on interval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Bindings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Enter — Send message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 / Shift+Tab — Cycle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F6 — Multi-agent orchestration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F13 — Spawn background task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F14 — List background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 — Provider setup (home screen)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? — Keybindings help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Alt+V — Paste image from clipboard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Full ragent TUI with home screen showing provider status, session 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Launch ragent, show home screen with active providers and recent sessions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Chat panel with streaming response, tool calls, and log panel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Start a session, ask the agent to search the codebase, show streaming chat with tool call details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8: HTTP Server &amp;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REST API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can run as a headless HTTP server, exposing a REST + SSE API so any frontend can drive the agent — IDE extensions, web apps, or custom integrations.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Starting the Server: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serve — Starts on default port, prints bearer token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serve --port 9100 — Custom 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Built on axum (Tokio-based) with Server-Sent Events for streaming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API Endpoints: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/sessions — Create new 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GET /sessions — List sessions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/sessions/{id}/messages — Send message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GET /sessions/{id}/events — SSE stream of responses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/sessions/{id}/tasks — Spawn background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/opt — Prompt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GET /health — Server health check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Authentication: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Bearer token auto-generated on server start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RAGENT_TOKEN environment variable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8: HTTP Server &amp; REST API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Detailed Capabilities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SSE Streaming: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GET /sessions/{id}/events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Real-time streaming of agent responses, tool calls, and 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Frontend can display progressive token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Background Agent API: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/sessions/{id}/tasks — Spawn background task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GET /sessions/{id}/tasks — List all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GET /sessions/{id}/tasks/{task_id} — Get task details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DELETE /sessions/{id}/tasks/{task_id} — Cancel task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Optimization API: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POST /opt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{"method": "co_star", "prompt": "Explain Rust lifetimes"}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Returns structured prompt instantly (no LLM call)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 API: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Full team lifecycle available via HTTP endpoints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Create, spawn, message, manage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Cases: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IDE integration (VS Code extension, JetBrains plugin)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Web-based coding assistant frontend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CI/CD pipeline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Remote agent access over SSH tunnel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Terminal showing ragent serve output with bearer token and API URLs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Run ragent serve, show the startup output with token and endpoints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9: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Compreh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ensive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provides 26+ tools that the AI agent can use during sessions, organized into three tiers.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Built-in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 — Read file contents (with line range support)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write — Create or overwrite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edit — Surgical text replacements (find &amp; replace)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bash — Execute shell commands (120s timeout)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grep — Search file contents with regex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glob — Find files by name pattern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list — List directory contents (2 levels deep)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question — Ask user a clarifying question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 Extended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multiedit — Atomic multi-file edits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patch — Apply unified diff patches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webfetch — Fetch web page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websearch — Search the web (requires Tavily API key)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plan_enter / plan_exit — Delegate to plan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todo_write / todo_read — Task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office_read / office_write / office_info — Word, Excel, PowerPoint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pdf_read / pdf_write — PDF document 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rm — Delete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9: Comprehensive Tool System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Sub-Agent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new_task — Spawn background agent (sync or async)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cancel_task — Cancel running background task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list_tasks — View all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 Code Index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codeindex_search — Find symbols by name/keyword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codeindex_symbols — List symbols in a file or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codeindex_references — Find all usages of a symbol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codeindex_dependencies — Query import/dependency graph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codeindex_status — Index health and statistics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 Memory Tools: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memory_store / memory_recall / memory_search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memory_read / memory_write / memory_forget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Plus: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LSP tools — hover, definition, references, symbols, diagnostics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Journal tools — write, read, 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 tools — create, spawn, message, tasks, cleanup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Permission Categories: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file:read, file:write, bash:execute, question,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Each tool declares its category; permissions gate execution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log panel showing step-numbered tool calls with JSON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Run a multi-tool session, show log panel with numbered tool calls and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10: Session Management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persists conversations in sessions stored in SQLite, ensuring your work is never lost.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Session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Persistent conversation history — survives app restarts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SQLite storage — reliable, fast, no external database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Session resume — pick up exactly where you left off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Export/Import — share sessions as JSON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Multi-session support — work on multiple tasks concurrently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 Commands: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session list — List all sessions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session resume &lt;id&gt; — Resume a previous 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session export &lt;id&gt; &gt; session.json — Export to 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session import session.json — Import from 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Storage Location: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~/.local/share/ragent/ragent.db — SQLite 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Contains sessions, messages, API keys, and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10: Session Management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Advanced Session Capabilities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Session-Prefixed Step Numbers: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Tool calls are numbered [sid:step] for clear tracing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Example: [abc1:3] means session abc1, step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Context Compaction: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Long conversations are automatically compacted to fit context windows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Internal compaction agent summarizes older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Preserves key context while reducing token 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Session Architecture: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┌──────────────────┐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 Session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┌────────────┐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│ Messages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│ (history)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└────────────┘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┌────────────┐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│ Agent State│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└────────────┘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┌────────────┐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│ Tools      │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└────────────┘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└──────────────────┘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Session list showing multiple sessions with timestamps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Run ragent session list, show the table of sessions with IDs, timestamps, and message counts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11: Permission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includes a configurable permission system that gates file writes, shell commands, and external access before they execute — keeping you in control.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Permission Categories: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file:read — Read file contents, grep, glob, 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file:write — Write, create, edit, multiedit, patch, 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bash:execute — Execute shell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question — Ask clarifying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network — webfetch, websearch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Configuration in ragent.json: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"permissions":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{ "permission": "file:write", "pattern": "src/", "action": "allow"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{ "permission": "bash:execute", "pattern": "cargo *", "action": "allow" 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{ "permission": "file:write", "pattern": "", "action": "deny"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Auto-approve all (use with caution):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ragent --yes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11: Permission System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Permission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a tool is called: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Tool declares its permission category (e.g., file:write)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Permission system checks rules in priority order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First matching rule determines allow/deny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If no rule matches, user is prompted interactively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Decision is logged for audit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Pattern-based matching — glob patterns for file paths and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Granular control — different rules for different file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Audit trail — all permission decisions are logged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Interactive prompts — user confirms when no rule matches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Tool-level categories — each tool declares what it needs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Practices: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Allow file:write for src/ during active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Restrict bash:execute to known safe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Deny file:write for .env and config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 --yes only in trusted, automated environments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Permission prompt in TUI asking user to approve a file write operation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Run a session that triggers a file write, show the permission approval dialog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12: Agent Presets &amp; Custom Agents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ships with built-in agent presets and supports fully custom agents defined in JSON — no Rust code required.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Built-in Agents: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Agent | Purpose | Mode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|-------|---------|------|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ask | Quick Q&amp;A — no tools | primary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general | General-purpose coding (default) | primary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build | Build, test, debug | subagent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plan | Read-only planning | subagent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explore | Fast codebase search | subagent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title | Auto session titles | internal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summary | Conversation summaries | internal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compaction | Context compaction | internal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Agents: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Define in JSON using OASF (Open Agentic Schema Framework) standard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Place in ~/.ragent/agents/ (global) or .ragent/agents/ (project-local)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Auto-loaded at startup, appear with yellow [custom] badge in /agent picker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12: Agent Presets &amp; Custom Agents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Agent Example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"name": "security-reviewer",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"description": "Security code reviewer",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"version": "1.0.0",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"schema_version": "0.7.0",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"modules": [{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"type": "ragent/agent/v1",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"payload": {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"system_prompt": "You are a security reviewer.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Project: {{WORKING_DIR}}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{{AGENTS_MD}}",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"mode": "primary",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"max_steps": 500,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"permissions": [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{"permission": "file:read", "action": "allow"},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{"permission": "file:write", "action": "deny"}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}]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Template Variables: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{{WORKING_DIR}} — Absolute path of working directory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{{FILE_TREE}} — Two-level directory listing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{{AGENTS_MD}} — Contents of AGENTS.md (if present)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{{DATE}} — Current date (YYYY-MM-DD)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Switching Agents: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Tab / Shift+Tab — Cycle through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/agent — Open interactive picker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/agent &lt;name&gt; — Switch directly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Agent picker showing built-in and custom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Open /agent picker, show list with general, build, plan, explore, and a [custom] 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13: Prompt Optimization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/opt slash command transforms any plain prompt into one of 12 structured frameworks — no LLM call needed, instant results.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 Prompt Frameworks: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Method | Description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|--------|-------------|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co_star | Context, Objective, Scope, Task, Action, Result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crispe | Context, Role, Intent, Steps, Persona, Examples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cot | Chain-of-Thought step-by-step reasoning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draw | Image prompt: subject, style, details, negatives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rise | Role, Intent, Scope, Examples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o1_style | Stylized creative tokens and constraints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meta | Meta Prompting — generate the internal prompt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variational | VARI — multiple candidates + selection criteria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q_star | Q* — iterative query refinement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Platform Adapters: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Method | Description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|--------|-------------|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openai | OpenAI/GPT system+user adapter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claude | Anthropic Claude adapter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microsoft | Microsoft Azure AI adapter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13: Prompt Optimization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Usage 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TUI Slash Commands: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/opt help                           — Show method 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/opt co_star Explain Rust lifetimes  — CO-STAR framework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/opt cot Solve the two-sum problem   — Chain-of-Thought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/opt draw A futuristic city at sunset — Image prompt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/opt openai Write a REST API         — OpenAI adapter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 API: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curl -s -X POST http://localhost:9100/opt \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-H "Authorization: Bearer $RAGENT_TOKEN" \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-H "Content-Type: application/json" \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-d '{"method":"co_star","prompt":"Explain Rust lifetimes"}'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Unique Capabilities: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Zero LLM cost — all transformations are local, no API call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Instant results — structured output in milliseconds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12 frameworks — covers reasoning, creative, and platform-specific needs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Composable — chain methods for compound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Accessible everywhere — TUI, CLI, and REST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showing /opt co_star result with structured prompt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Run /opt co_star on a prompt, show the structured framework output in chat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14: Snapshot &amp; Undo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creates file snapshots before every edit, enabling safe rollback of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It Works: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Before any file write/edit, ragent captures a snapshot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Snapshots are stored in SQLite alongside session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Only changed content is stored (using similar diffs)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Rollback restores the file to its pre-edit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Incremental Snapshots: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Not full copies — only changed files are stored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Uses the 'similar' crate for efficient diffs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Snapshots are per-session, tied to step numbers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Cases: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Agent makes an incorrect edit — undo to previous version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Experiment with refactoring — snapshot, try, rollback if needed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Review agent changes — compare before/after at each step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Safe automation — always have a recovery 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14: Snapshot &amp; Undo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Technical Details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Snapshot Storage: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Snapshots are stored in the SQLite database (ragent.db)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Each snapshot records: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File path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Original content (or diff from previous)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Session ID and step 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Timestamp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Incremental Approach: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┌─────────┐     ┌─────────┐     ┌─────────┐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Step 1  │────►│ Step 2  │────►│ Step 3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(full) │     │ (diff)  │     │ (diff)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└─────────┘     └───���─────┘     └─────────┘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Only first snapshot is full; subsequent are diffs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Performance: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Diff-based storage — minimal disk 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LRU file-read cache — avoids redundant I/O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Async storage writes — non-blocking via spawn_blocking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showing snapshot/undo comparison of a file before and after edit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Agent edits a file, show the diff view with before/after comparison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15: Skills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Skills are reusable task packages that enhance the agent's capabilities. They support both user-initiated invocation (slash commands) and agent auto-invocation (via LLM reasoning).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Bundled Skills: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Skill | Description | Usage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|-------|-------------|-------|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/simplify | Reviews recently changed files for code quality | User &amp; agent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/batch | Orchestrates large-scale parallel changes | User &amp; agent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/debug | Troubleshoots by reading debug logs | User &amp; agent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| /loop | Runs a prompt repeatedly on interval | User only |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Skills: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Create in .ragent/skills/&lt;name&gt;/SKILL.md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Supports YAML frontmatter for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Available project-local or user-global (~/.ragent/skills/)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15: Skills System (cont.)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Skill Features &amp; Custom Skill Example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Skill Configuration (YAML frontmatter):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name — Skill identifier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description — What the skill does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argument-hint — Usage hint for arguments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agent — Which agent to use (default: general)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context — fork (isolated subagent) or default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model — Override model for this skill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allowed-tools — Restrict tools available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Skill Example: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mkdir -p .ragent/skills/deploy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name: deploy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description: Deploy the application to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argument-hint: "[environment]"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agent: 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context: fork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Deploy to $0: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Run tests: cargo test --release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Build: cargo build --release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Deploy to $ARGUMENTS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4. Verify deployment succeeded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Dynamic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$0, $ARGUMENTS[N] — Argument substitution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!`command` — Execute shell commands and inject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${RAGENT_SESSION_ID} — Session variable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context: fork — Run in isolated subagent context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[SCREENSHOT PLACEHOLDER]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Description: TUI showing /simplify skill running on recently changed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to create: Run /simplify on a file, show the quality review output in chat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Bonus: Event Bus 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ragent's internal event bus provides real-time pub/sub communication between all components.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┌──────────┐    ┌──────────────┐    ┌──────────────┐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│   TUI    │◄──►│  Event Bus   │◄──►│ HTTP Server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└──────────┘    └──────┬───────┘    └──────────────┘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┌──────────────┐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│  Session  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│  Processor   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└──────────────┘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Event Types: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MessageReceived — new user message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ToolCallStarted / ToolCallCompleted — tool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SessionCreated / SessionUpdated — session 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TeammateSpawned / TeammateIdle — team 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ProviderHealthChanged — provider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FileChanged — code index updates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Decoupled architecture — components don't depend on each other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Real-time UI updates — TUI reflects state changes instantly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Multi-frontend support — TUI and HTTP server share 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Extensible — new components subscribe to existing 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Bonus: Project Guidelines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(AGENTS.md)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auto-loads AGENTS.md from the project root into the system prompt, ensuring agents follow project-specific conventions automatically.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It Works: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On session start, ragent reads AGENTS.md from the working directory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Content is injected into the system prompt for multi-step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The agent acknowledges the guidelines before 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All subsequent actions follow the project conventions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AGENTS.md: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 Agent Guidelines for Rust 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Language: Rust edition 2021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Use cargo build for builds (timeout 600s)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Tests go in tests/ directories, not inline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Use tracing for logging, never println!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snake_case for functions, PascalCase for types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Unique Benefits: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Zero-config project conventions — just add AGENTS.md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Agent-aware — the AI reads and follows your rules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Per-project customization — different rules for different repos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Team consistency — all developers get the same agent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Living document — update AGENTS.md as conventions evolve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&amp; Call for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Contribut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ragent — AI Coding Agent for the Terminal, Built in Rust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 Key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Multi-Provider LLM Support (5 providers)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Code Index (tree-sitter + Tantivy)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SWARM Mode / Teams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SubAgents (background parallel execution)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Structured Memory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26+ Built-in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Terminal UI with slash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HTTP Server &amp; REST + SSE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Session Management (SQLite)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Permission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Agent Presets &amp; Custom Agents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Prompt Optimization (12 frameworks)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Snapshot &amp; Undo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Skills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✓ Event Bus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Need Contributors!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GitHub: https://github.com/thawkins/ragent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Areas to Contribute: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New LLM provider integrations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Additional tree-sitter language parsers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IDE extensions (VS Code, JetBrains)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Documentation and tutorials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Performance benchmarks and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Test coverage improvements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UI/UX enhancements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License: MIT — Open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2026-04-16T06:56:13Z</dcterms:modified>
  <cp:revision>1</cp:revision>
  <dc:subject/>
  <dc:title/>
</cp:coreProperties>
</file>